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3215d6327d433b" /><Relationship Type="http://schemas.openxmlformats.org/officeDocument/2006/relationships/extended-properties" Target="/docProps/app.xml" Id="R988aea3fc8fb4210" /><Relationship Type="http://schemas.openxmlformats.org/officeDocument/2006/relationships/officeDocument" Target="/ppt/presentation.xml" Id="Rdfbf75960e5246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d216a2a8e54bef"/>
  </p:sldMasterIdLst>
  <p:notesMasterIdLst>
    <p:notesMasterId xmlns:r="http://schemas.openxmlformats.org/officeDocument/2006/relationships" r:id="Rb41a68b57b714082"/>
  </p:notesMasterIdLst>
  <p:sldIdLst>
    <p:sldId xmlns:r="http://schemas.openxmlformats.org/officeDocument/2006/relationships" id="256" r:id="R0bd6320c6fd04b52"/>
    <p:sldId xmlns:r="http://schemas.openxmlformats.org/officeDocument/2006/relationships" id="257" r:id="Rae7e826d06ef4108"/>
    <p:sldId xmlns:r="http://schemas.openxmlformats.org/officeDocument/2006/relationships" id="258" r:id="R748cba32d9cc49ae"/>
    <p:sldId xmlns:r="http://schemas.openxmlformats.org/officeDocument/2006/relationships" id="259" r:id="R3d141312c603424b"/>
    <p:sldId xmlns:r="http://schemas.openxmlformats.org/officeDocument/2006/relationships" id="260" r:id="R009803513dbb44fa"/>
    <p:sldId xmlns:r="http://schemas.openxmlformats.org/officeDocument/2006/relationships" id="261" r:id="R76bbde7a124f49c7"/>
    <p:sldId xmlns:r="http://schemas.openxmlformats.org/officeDocument/2006/relationships" id="262" r:id="R560045ce4e2a4615"/>
    <p:sldId xmlns:r="http://schemas.openxmlformats.org/officeDocument/2006/relationships" id="263" r:id="R42f055b28a294bc1"/>
    <p:sldId xmlns:r="http://schemas.openxmlformats.org/officeDocument/2006/relationships" id="264" r:id="R333263571cf74f85"/>
    <p:sldId xmlns:r="http://schemas.openxmlformats.org/officeDocument/2006/relationships" id="265" r:id="R4bf58ea5361b4db1"/>
    <p:sldId xmlns:r="http://schemas.openxmlformats.org/officeDocument/2006/relationships" id="266" r:id="R10cac07668994aeb"/>
    <p:sldId xmlns:r="http://schemas.openxmlformats.org/officeDocument/2006/relationships" id="267" r:id="R35e29188c5ad4b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a6c6789d9c4917" /><Relationship Type="http://schemas.openxmlformats.org/officeDocument/2006/relationships/slideMaster" Target="/ppt/slideMasters/slideMaster1.xml" Id="Ra2d216a2a8e54bef" /><Relationship Type="http://schemas.openxmlformats.org/officeDocument/2006/relationships/notesMaster" Target="/ppt/notesMasters/notesMaster1.xml" Id="Rb41a68b57b714082" /><Relationship Type="http://schemas.openxmlformats.org/officeDocument/2006/relationships/presProps" Target="/ppt/presProps.xml" Id="Raec6262f6e9144cc" /><Relationship Type="http://schemas.openxmlformats.org/officeDocument/2006/relationships/tableStyles" Target="/ppt/tableStyles.xml" Id="R2d52913db1be4da3" /><Relationship Type="http://schemas.openxmlformats.org/officeDocument/2006/relationships/slide" Target="/ppt/slides/slide1.xml" Id="R0bd6320c6fd04b52" /><Relationship Type="http://schemas.openxmlformats.org/officeDocument/2006/relationships/slide" Target="/ppt/slides/slide2.xml" Id="Rae7e826d06ef4108" /><Relationship Type="http://schemas.openxmlformats.org/officeDocument/2006/relationships/slide" Target="/ppt/slides/slide3.xml" Id="R748cba32d9cc49ae" /><Relationship Type="http://schemas.openxmlformats.org/officeDocument/2006/relationships/slide" Target="/ppt/slides/slide4.xml" Id="R3d141312c603424b" /><Relationship Type="http://schemas.openxmlformats.org/officeDocument/2006/relationships/slide" Target="/ppt/slides/slide5.xml" Id="R009803513dbb44fa" /><Relationship Type="http://schemas.openxmlformats.org/officeDocument/2006/relationships/slide" Target="/ppt/slides/slide6.xml" Id="R76bbde7a124f49c7" /><Relationship Type="http://schemas.openxmlformats.org/officeDocument/2006/relationships/slide" Target="/ppt/slides/slide7.xml" Id="R560045ce4e2a4615" /><Relationship Type="http://schemas.openxmlformats.org/officeDocument/2006/relationships/slide" Target="/ppt/slides/slide8.xml" Id="R42f055b28a294bc1" /><Relationship Type="http://schemas.openxmlformats.org/officeDocument/2006/relationships/slide" Target="/ppt/slides/slide9.xml" Id="R333263571cf74f85" /><Relationship Type="http://schemas.openxmlformats.org/officeDocument/2006/relationships/slide" Target="/ppt/slides/slide10.xml" Id="R4bf58ea5361b4db1" /><Relationship Type="http://schemas.openxmlformats.org/officeDocument/2006/relationships/slide" Target="/ppt/slides/slide11.xml" Id="R10cac07668994aeb" /><Relationship Type="http://schemas.openxmlformats.org/officeDocument/2006/relationships/slide" Target="/ppt/slides/slide12.xml" Id="R35e29188c5ad4b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3347bd3bca4d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95be909dfd4cb1" /><Relationship Type="http://schemas.openxmlformats.org/officeDocument/2006/relationships/notesMaster" Target="/ppt/notesMasters/notesMaster1.xml" Id="R2bbb3dd75f5348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2aa9d57cf04c85" /><Relationship Type="http://schemas.openxmlformats.org/officeDocument/2006/relationships/notesMaster" Target="/ppt/notesMasters/notesMaster1.xml" Id="R8a6667c640c84b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7bde523d554bcd" /><Relationship Type="http://schemas.openxmlformats.org/officeDocument/2006/relationships/notesMaster" Target="/ppt/notesMasters/notesMaster1.xml" Id="Rfac1b8ad67ab44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9afbf8f7744878" /><Relationship Type="http://schemas.openxmlformats.org/officeDocument/2006/relationships/notesMaster" Target="/ppt/notesMasters/notesMaster1.xml" Id="R4aea1007d5d447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4e92aa3fef459b" /><Relationship Type="http://schemas.openxmlformats.org/officeDocument/2006/relationships/notesMaster" Target="/ppt/notesMasters/notesMaster1.xml" Id="Rac6e5d21339c4f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8aaeede7734e97" /><Relationship Type="http://schemas.openxmlformats.org/officeDocument/2006/relationships/notesMaster" Target="/ppt/notesMasters/notesMaster1.xml" Id="R65397da9194743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7b103d96f54fe7" /><Relationship Type="http://schemas.openxmlformats.org/officeDocument/2006/relationships/notesMaster" Target="/ppt/notesMasters/notesMaster1.xml" Id="R182692c5a48e43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58bfc4330940e6" /><Relationship Type="http://schemas.openxmlformats.org/officeDocument/2006/relationships/notesMaster" Target="/ppt/notesMasters/notesMaster1.xml" Id="Rf837089666e44d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533e3a4b1f4a7d" /><Relationship Type="http://schemas.openxmlformats.org/officeDocument/2006/relationships/notesMaster" Target="/ppt/notesMasters/notesMaster1.xml" Id="Rea57252662994c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fb82b7e3f14325" /><Relationship Type="http://schemas.openxmlformats.org/officeDocument/2006/relationships/notesMaster" Target="/ppt/notesMasters/notesMaster1.xml" Id="R42ccd5d94a91434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b8a1fd61824e16" /><Relationship Type="http://schemas.openxmlformats.org/officeDocument/2006/relationships/notesMaster" Target="/ppt/notesMasters/notesMaster1.xml" Id="R3066972adf6641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884e48d65754a01" /><Relationship Type="http://schemas.openxmlformats.org/officeDocument/2006/relationships/notesMaster" Target="/ppt/notesMasters/notesMaster1.xml" Id="R453b689281054f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Ideathon submission. Current scope is a personal commute planner with example schedules.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catalog contains real locations. Graph travel distances are estimates. Whitefield and Pattanagere lie outside the central core.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from the live RideX site. Profile photos remain browser-local. Photo capture does not verify identity. SOS does not dispatch an alert.</a:t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RideX source code and README, https://github.com/aaravchoudhary018/FireTech-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75201f9e447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3f1803fae742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ae9ab0896d48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21428696b94b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58f956857416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f9e5fbc7be42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FC9AAC-1561-48D1-A581-5D82E33D96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1787C8-7B88-40F9-9B58-B7416E49CE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7654312-76BF-4D41-957B-330B0A1182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858E46-E507-4FFF-A65C-83ADEC9BA5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6EB3F6-5F30-43EA-B59F-1101EBA007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3182BE2-BF3E-4622-A6A4-A808B62F8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517553F-B773-4EF0-8E97-362A16F53F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9FD3E9-5CAA-4DED-B16F-0FAC64B784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5825205-E687-4C2A-909F-35D41E393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EEB579-6693-4693-935B-32BB3678C5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7257643229d4568" /><Relationship Type="http://schemas.openxmlformats.org/officeDocument/2006/relationships/slideLayout" Target="/ppt/slideLayouts/slideLayout1.xml" Id="R4a30619f73cd4f24" /><Relationship Type="http://schemas.openxmlformats.org/officeDocument/2006/relationships/slideLayout" Target="/ppt/slideLayouts/slideLayout2.xml" Id="Ref8b01ecf48b414e" /><Relationship Type="http://schemas.openxmlformats.org/officeDocument/2006/relationships/slideLayout" Target="/ppt/slideLayouts/slideLayout3.xml" Id="Rf4e9c8fdbe08432b" /><Relationship Type="http://schemas.openxmlformats.org/officeDocument/2006/relationships/slideLayout" Target="/ppt/slideLayouts/slideLayout4.xml" Id="Rfe1cabc66ac049a0" /><Relationship Type="http://schemas.openxmlformats.org/officeDocument/2006/relationships/slideLayout" Target="/ppt/slideLayouts/slideLayout5.xml" Id="R88a61122cf654789" /><Relationship Type="http://schemas.openxmlformats.org/officeDocument/2006/relationships/slideLayout" Target="/ppt/slideLayouts/slideLayout6.xml" Id="R7244b193adaf45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30619f73cd4f24"/>
    <p:sldLayoutId xmlns:r="http://schemas.openxmlformats.org/officeDocument/2006/relationships" id="2147483650" r:id="Ref8b01ecf48b414e"/>
    <p:sldLayoutId xmlns:r="http://schemas.openxmlformats.org/officeDocument/2006/relationships" id="2147483651" r:id="Rf4e9c8fdbe08432b"/>
    <p:sldLayoutId xmlns:r="http://schemas.openxmlformats.org/officeDocument/2006/relationships" id="2147483652" r:id="Rfe1cabc66ac049a0"/>
    <p:sldLayoutId xmlns:r="http://schemas.openxmlformats.org/officeDocument/2006/relationships" id="2147483653" r:id="R88a61122cf654789"/>
    <p:sldLayoutId xmlns:r="http://schemas.openxmlformats.org/officeDocument/2006/relationships" id="2147483654" r:id="R7244b193adaf45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1f8057dfc84f84" /><Relationship Type="http://schemas.openxmlformats.org/officeDocument/2006/relationships/image" Target="/ppt/media/image.png" Id="Ree0cb5f5129e4807" /><Relationship Type="http://schemas.openxmlformats.org/officeDocument/2006/relationships/notesSlide" Target="/ppt/notesSlides/notesSlide1.xml" Id="Rd264e9bfc3b64b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e7da8e208f46e8" /><Relationship Type="http://schemas.openxmlformats.org/officeDocument/2006/relationships/notesSlide" Target="/ppt/notesSlides/notesSlide2.xml" Id="Rcb53506af1624b4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95832ef9854e84" /><Relationship Type="http://schemas.openxmlformats.org/officeDocument/2006/relationships/notesSlide" Target="/ppt/notesSlides/notesSlide3.xml" Id="R86cb9805b7ed48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6e385c2d4443f2" /><Relationship Type="http://schemas.openxmlformats.org/officeDocument/2006/relationships/notesSlide" Target="/ppt/notesSlides/notesSlide4.xml" Id="Ra83a1486a20c41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db467091b44dc2" /><Relationship Type="http://schemas.openxmlformats.org/officeDocument/2006/relationships/notesSlide" Target="/ppt/notesSlides/notesSlide5.xml" Id="Ra3155d104d9a45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20dcdf8cd94d36" /><Relationship Type="http://schemas.openxmlformats.org/officeDocument/2006/relationships/notesSlide" Target="/ppt/notesSlides/notesSlide6.xml" Id="R3126fdb46f184b3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79f7605bf94ae4" /><Relationship Type="http://schemas.openxmlformats.org/officeDocument/2006/relationships/image" Target="/ppt/media/image.jpeg" Id="R16ba947ac3d742e2" /><Relationship Type="http://schemas.openxmlformats.org/officeDocument/2006/relationships/notesSlide" Target="/ppt/notesSlides/notesSlide7.xml" Id="R16ef0d9327f045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577fb396df4994" /><Relationship Type="http://schemas.openxmlformats.org/officeDocument/2006/relationships/notesSlide" Target="/ppt/notesSlides/notesSlide8.xml" Id="Rb69c99a274c14f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bc40a70972402e" /><Relationship Type="http://schemas.openxmlformats.org/officeDocument/2006/relationships/notesSlide" Target="/ppt/notesSlides/notesSlide9.xml" Id="Reb14cc45b79f4d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3febd9e27b432f" /><Relationship Type="http://schemas.openxmlformats.org/officeDocument/2006/relationships/notesSlide" Target="/ppt/notesSlides/notesSlide10.xml" Id="R15ef95f7c30041e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40f2aa585f43ae" /><Relationship Type="http://schemas.openxmlformats.org/officeDocument/2006/relationships/notesSlide" Target="/ppt/notesSlides/notesSlide11.xml" Id="R8c628660851d4b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b42331b0146b3" /><Relationship Type="http://schemas.openxmlformats.org/officeDocument/2006/relationships/notesSlide" Target="/ppt/notesSlides/notesSlide12.xml" Id="R56e1848ef06b4b9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FBAD7-CB6E-4555-8C2D-FE02C151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CC84D-C239-4084-A9D6-551E479F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0494D5-CB9B-4105-A563-C9C3E66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F31D0-2258-4B13-ABC8-6CB81B31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19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Carpooling that fits</a:t>
            </a:r>
          </a:p>
          <a:p xmlns:a="http://schemas.openxmlformats.org/drawingml/2006/main">
            <a:pPr>
              <a:defRPr sz="40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your everyday commute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C56584-5930-4101-B212-DB6A9519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767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Bengaluru carpooling platform</a:t>
            </a:r>
          </a:p>
          <a:p xmlns:a="http://schemas.openxmlformats.org/drawingml/2006/main">
            <a:pPr>
              <a:defRPr sz="21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Ideathon project presentation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9D1634-E2C8-4FD0-BD0D-684DB0E734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cb5f5129e4807"/>
          <a:stretch xmlns:a="http://schemas.openxmlformats.org/drawingml/2006/main"/>
        </p:blipFill>
        <p:spPr>
          <a:xfrm xmlns:a="http://schemas.openxmlformats.org/drawingml/2006/main">
            <a:off x="7239000" y="2222500"/>
            <a:ext cx="4191000" cy="279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664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D0FF2-2EC2-40FE-B0F8-16CFEE34E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Why commuters need a better match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D7DD3-62D1-450F-97FE-857C29635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E3170-D36F-465A-94F0-75F405B8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DB116-F1CA-4CD3-97A2-3B31BA88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FC6B1A-7252-4483-BE51-A8066744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 coordination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C7D6A-E666-4C2D-B627-77773923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Two people may share a road without sharing a usable pickup point.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14B3A3-53C2-4220-99E8-8C01EEC9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7B292E-52EC-464D-9A32-BB61E627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Timing and routine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9751E-6AF3-4007-A771-50077F2A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Daily commutes need compatible departure windows and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A44183-88A9-4CCA-B9A4-24EC3E47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06DB7C-F787-4528-868E-920BF693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Fair cost sharing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21937-FAEC-4B2B-91B6-EBF1630A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passenger should contribute for the distance they share.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D15CD-87FB-4A13-B5BE-683C7A25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337A78-D683-480D-BAFA-F9318FA1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before the trip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DA0FA7-3AF9-4A86-8AB1-315B6D2B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Clear identity status and user-controlled safety tools matter.</a:t>
            </a:r>
          </a:p>
        </p:txBody>
      </p:sp>
    </p:spTree>
    <p:extLst>
      <p:ext uri="{BB962C8B-B14F-4D97-AF65-F5344CB8AC3E}">
        <p14:creationId xmlns:p14="http://schemas.microsoft.com/office/powerpoint/2010/main" val="17322088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23EEEF-0A59-4F17-A33F-C0EA1C50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RideX approach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137BDE-9800-4331-B90F-D591A7F3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902867-B10E-4B84-B93B-74882293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C59869-58E5-417B-8F6C-9152F06B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32872-F2E7-4F0B-B240-44A4DBCD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 the shared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8B7406-194A-4395-9809-4564F8D55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Rank eligible schedules by route overlap and compatible timing.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6D4578-6E6A-4545-904A-643925FA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7044D-3FFE-4F8F-8030-93C3EC3B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Support recurring commutes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EB4ADE-FFF6-4397-A0DC-CB632590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Save a single trip or plan journeys across selected weekdays.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77AA6E-DEFD-40D1-9E36-E6B2D0F0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88495-64B7-46AB-AA37-580CDCE6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Explain the fare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C00B4-914C-471E-8F4F-056ABACA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Split each shared segment among the people onboard.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443CAD-5D66-4189-8FFE-ADEA5C0A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CA757E-24E7-4D44-80B6-D4B01103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Make safety visible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722D76-7E81-4FEA-9F81-6D87EA03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Show verification status, women-only preferences and SOS tools.</a:t>
            </a:r>
          </a:p>
        </p:txBody>
      </p:sp>
    </p:spTree>
    <p:extLst>
      <p:ext uri="{BB962C8B-B14F-4D97-AF65-F5344CB8AC3E}">
        <p14:creationId xmlns:p14="http://schemas.microsoft.com/office/powerpoint/2010/main" val="1741153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32E57-B46C-4C2D-A3D7-EEB401E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commuter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5C3B63-E6BE-474B-A26B-7EDFDAE8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07654-916B-4704-83ED-19AD8172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E503F0-3D26-4D7D-BAC4-7F580581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412F5-04E1-444D-AA1C-701CC7D3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Choose a journey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B0333-2EB6-4667-9AFD-27020751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Select pickup, destination, date, time and flexibility.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40BC8-33E3-45AE-B882-8D5D9251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E1CF8-1701-487B-AA68-A10EE43A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Find matching schedules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60BE30-EC11-4C2D-BE33-528B5B4D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See loading feedback, ranked results and the fare estimate.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11607C-68C0-4D68-8435-9DBAB4FA6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3467F-76B9-4854-AE3E-52F92928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 a personal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788A42-2627-4699-AFEB-DE0152CD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Review a trip or recurring series in My trips.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ECC5E-F377-42A4-818E-4119F4DF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ADC5A-E044-4B2E-8DFC-B7E09480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Manage the journey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FAD40D-F0C5-48C4-BA8B-FB19E0F0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Cancel plans, enter progress or leave a completed-trip rating.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30292E-3FB7-4B11-8D59-EA90DF99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3882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Current saves do not contact a driver or reserve a real seat.</a:t>
            </a:r>
          </a:p>
        </p:txBody>
      </p:sp>
    </p:spTree>
    <p:extLst>
      <p:ext uri="{BB962C8B-B14F-4D97-AF65-F5344CB8AC3E}">
        <p14:creationId xmlns:p14="http://schemas.microsoft.com/office/powerpoint/2010/main" val="4136842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95FAC-72E0-4B60-9722-06720123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Bengaluru location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A211D-877D-4CDE-B949-0A56F84B8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A528C-E292-47AF-8FFF-4DA2B078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3E90E-EE24-4522-A752-FB389FE4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10 real pickup and destination options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F69DE-A157-475C-BCB1-DBCE891C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5238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Indiranagar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Whitefield (Kadugodi)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Cubbon Park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UB City, Vittal Mallya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Pattanagere Metro Station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2DD86C-4626-4FA8-94D4-6F181CEF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5095875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Majestic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Jayanagar Metro Station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Koramangala, 80 Feet Road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Domlur Bus Stand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MG Road Metro Station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82A97-C49B-48B5-87C4-8B91AD5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43575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Passengers must agree on an exact, safe meeting point.</a:t>
            </a:r>
          </a:p>
        </p:txBody>
      </p:sp>
    </p:spTree>
    <p:extLst>
      <p:ext uri="{BB962C8B-B14F-4D97-AF65-F5344CB8AC3E}">
        <p14:creationId xmlns:p14="http://schemas.microsoft.com/office/powerpoint/2010/main" val="18948265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B0993-AF14-4114-B0AC-022B49E6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distance-based fares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742CA-B495-4F8D-A986-82ACD6F7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7D111-6FEA-4567-91FE-D7AD7F4A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2F6FBF-D787-4111-91A7-FB839FB9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85925"/>
            <a:ext cx="485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Matching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BDF48-854A-4C6F-8DD0-671FFBD2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19350"/>
            <a:ext cx="4857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Pickup and drop-off follow the driver’s route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Weekdays, departure windows and seats must 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Preferences filter eligible schedules.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BFDF2E-2710-43E5-8EAC-7DA89E56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859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Fare calculation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10EED8-B593-499B-B89E-E1B8D664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19350"/>
            <a:ext cx="4953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Each graph segment has a distance and vehicle cost.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driver and passengers onboard share that segment.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The total uses integer paise to control rounding.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870BC-A035-46AA-B296-898EDF11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388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Fares use the planning graph. Google road distances do not yet update the estimate.</a:t>
            </a:r>
          </a:p>
        </p:txBody>
      </p:sp>
    </p:spTree>
    <p:extLst>
      <p:ext uri="{BB962C8B-B14F-4D97-AF65-F5344CB8AC3E}">
        <p14:creationId xmlns:p14="http://schemas.microsoft.com/office/powerpoint/2010/main" val="8529548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B3E63-3351-49A4-A0B7-61029F2F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Trust and safety tools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5F2219-8AE5-4CDC-8695-A279E4BE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133C32-3C14-4DF7-8A35-803151B21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2B04B-BB9A-48E7-AA96-0BEDEDBEA2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a947ac3d742e2"/>
          <a:stretch xmlns:a="http://schemas.openxmlformats.org/drawingml/2006/main"/>
        </p:blipFill>
        <p:spPr>
          <a:xfrm xmlns:a="http://schemas.openxmlformats.org/drawingml/2006/main">
            <a:off x="621242" y="1571625"/>
            <a:ext cx="7044267" cy="3962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110CE-CEEF-4331-A66A-C04CAE27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668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Camera capture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7BB751-3F8D-49D8-824A-66601397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381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Users choose when to add or remove their profile photo.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765B0-32FB-45B8-B58A-091769AF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43275"/>
            <a:ext cx="3381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Emergency contact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640E5D-EF7C-4979-A847-DDF770F2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29050"/>
            <a:ext cx="33813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Saved contact, call links and optional location copying.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47EF8-D80A-4BBE-8D78-09F9A884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245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Independent identity verification remains an integration requirement.</a:t>
            </a:r>
          </a:p>
        </p:txBody>
      </p:sp>
    </p:spTree>
    <p:extLst>
      <p:ext uri="{BB962C8B-B14F-4D97-AF65-F5344CB8AC3E}">
        <p14:creationId xmlns:p14="http://schemas.microsoft.com/office/powerpoint/2010/main" val="17307584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96444-7725-4D0E-B3BF-01B74423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53CB9F-3337-4742-93D6-3D5C82E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49506-E712-45CF-AB93-75ECF2E6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06DA0-20E6-4AF1-B31D-3AB748807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7ECC5-91EF-49EA-8013-9731BAFE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Web interface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28FEAF-3546-459A-8890-90CA90DC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HTML, CSS and JavaScript for search, plans, profile and safety tools.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DDED9B-005A-49FA-A1EC-D6BB4611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09385E-E1C3-4C6D-AF76-BD625F05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Journey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3E4FE-FE04-4B44-89C9-1769A723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React 19 and Tailwind CSS 4, compiled with Vite 7.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A41D8-79A1-49E3-951A-B0E44751E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F36C3-80FA-4631-83EC-3F936F21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Python services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DA35D-8005-467F-A67E-B2A7F2B0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Matching, fare rules, request validation and Google Routes proxy.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9EEFB6-F8E9-4DC9-BC1C-36074015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F3723-FB91-4E19-9B63-0FFA6ED6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Planning storage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D9B62F-B6AD-4517-AC81-A79A2319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SQLite locally. Vercel uses isolated requests and a browser-owned snapshot.</a:t>
            </a:r>
          </a:p>
        </p:txBody>
      </p:sp>
    </p:spTree>
    <p:extLst>
      <p:ext uri="{BB962C8B-B14F-4D97-AF65-F5344CB8AC3E}">
        <p14:creationId xmlns:p14="http://schemas.microsoft.com/office/powerpoint/2010/main" val="944770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00D42F-88A2-4272-9A77-C34EB42F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Maps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A5EB56-F962-4053-BF48-102B4812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4A2155-C080-4393-89CB-655F43E4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4D696-6EDC-46B1-B859-0FF3A298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145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6DD72-3667-46DB-A106-E0E7BF14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6859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Embedded map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799059-57DD-4E19-A5A2-4777AB86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0955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Dark Google Maps styling and the TrafficLayer road overlay.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246A1-2163-44AC-B97D-5E20D9D8D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432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624878-D4D1-4220-B16D-33C62349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7146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Routes and congestion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463E61-53DB-4BF6-9751-63D6B1B42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242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Google Routes supplies route geometry, distance, ETA and traffic intervals.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929CB9-57CD-4916-B164-F8A68227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719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E58A9-A9CA-45B2-8D78-99E77323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433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Credentials pending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BC98E-22FA-485C-BA6F-FD42D81E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529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Maps JavaScript and Routes API keys require a billing-enabled Cloud project.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66088-97BC-4B2B-BE3F-DF875B35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00600"/>
            <a:ext cx="66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0A513-53EB-4876-883D-3E011FE4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72025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Current fallback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AFDB9B-9EA5-4DA6-B4B3-E06AE64CB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181600"/>
            <a:ext cx="962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An external Google Maps directions link works without embedded credentials.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AF49C8-A88E-46EF-8DC5-00BEAE7A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829300"/>
            <a:ext cx="952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4835F"/>
                </a:solidFill>
                <a:latin typeface="Arial"/>
                <a:ea typeface="Arial"/>
                <a:cs typeface="Arial"/>
              </a:rPr>
              <a:t>Driver GPS and traffic-light countdown feeds are not connected.</a:t>
            </a:r>
          </a:p>
        </p:txBody>
      </p:sp>
    </p:spTree>
    <p:extLst>
      <p:ext uri="{BB962C8B-B14F-4D97-AF65-F5344CB8AC3E}">
        <p14:creationId xmlns:p14="http://schemas.microsoft.com/office/powerpoint/2010/main" val="18990470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E0482-B38B-47BC-94EC-943C3BF1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Validation and current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758DE-D24F-4637-89BC-375D256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C99DE9-80DA-4AE7-9BC2-882EC662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60625-BF22-4788-A886-65719C57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5334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17 Python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F23D1-E751-4892-BF17-2216A0B7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62250"/>
            <a:ext cx="52387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Matching and shared fares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Recurring plans and capacity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Cancellation, progress and ratings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Hosted visitor isolation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Location migration and map parsing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70884-1388-45DF-9B99-AAB279F72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Next integrations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AAAB6-C202-4058-BED9-B9098FCE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62250"/>
            <a:ext cx="504825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Authenticated users and shared storage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Driver acceptance and live GPS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Independent identity checks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Payments and emergency dispatch</a:t>
            </a:r>
          </a:p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Google provider checks with real keys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6F4FC-D805-4688-86F0-15F525C6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483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Existing driver schedules are examples. Hosted plans belong to the visitor’s browser.</a:t>
            </a:r>
          </a:p>
        </p:txBody>
      </p:sp>
    </p:spTree>
    <p:extLst>
      <p:ext uri="{BB962C8B-B14F-4D97-AF65-F5344CB8AC3E}">
        <p14:creationId xmlns:p14="http://schemas.microsoft.com/office/powerpoint/2010/main" val="17418192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316558-F3C9-490A-B28E-CF716269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Team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2C912-2CBD-4D09-B932-E696099C8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D9BF1-28E6-45F9-98C0-462D2E104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5FA4AF-E251-48E4-94D5-4C2E265A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57162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Six-member team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4AE57E-F5B5-407B-AD71-0A1EEDDE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76500"/>
            <a:ext cx="4857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 Daga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tanmay-daga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 Das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dibakar704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416C30-FDD4-4CC8-981F-682781C82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50482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Suryansh Singh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rsuryansh9026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 Choudhary</a:t>
            </a:r>
          </a:p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aaravchoudhary018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69634D-C64A-40F7-9B1B-29CBB15C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577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Aman Verma   (Aman-verma-crypto)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03647-2393-41B7-B194-5C6149A0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577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Avishkar Arvind Rathod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246265-EF9D-4D3E-9A9D-EACAE27D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387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ayurathod4207-cyber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ECFB0-6904-4159-8466-774B7DE6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81025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Individual contributions await team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1042787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9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FEEC09-C166-4804-869A-4250E08F1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243D"/>
                </a:solidFill>
                <a:latin typeface="Arial"/>
                <a:ea typeface="Arial"/>
                <a:cs typeface="Arial"/>
              </a:rPr>
              <a:t>Project access and submission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7B901-095E-437E-A417-B25793D3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769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RideX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BCA120-A2F2-479C-9ED9-62373316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769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D573DA-2C8B-4251-B433-01FB10EE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Public GitHub repository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DF467-F695-4367-9A4E-68352B96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28875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https://github.com/aaravchoudhary018/FireTech-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8371D-3972-47CF-89D4-76562C4D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381375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483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4835F"/>
                </a:solidFill>
                <a:latin typeface="Arial"/>
                <a:ea typeface="Arial"/>
                <a:cs typeface="Arial"/>
              </a:rPr>
              <a:t>Live 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1432DF-B71E-4E2F-A55E-8BD4DB97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00500"/>
            <a:ext cx="1076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08243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243D"/>
                </a:solidFill>
                <a:latin typeface="Arial"/>
                <a:ea typeface="Arial"/>
                <a:cs typeface="Arial"/>
              </a:rPr>
              <a:t>https://firetech-murex.vercel.app/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85F46-49B1-421C-B6A0-D3A4CE0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Each member must submit a public repository on their own account.</a:t>
            </a:r>
          </a:p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36675"/>
                </a:solidFill>
                <a:latin typeface="Arial"/>
                <a:ea typeface="Arial"/>
                <a:cs typeface="Arial"/>
              </a:rPr>
              <a:t>Confirm whether the event accepts forks before choosing that approach.</a:t>
            </a:r>
          </a:p>
        </p:txBody>
      </p:sp>
    </p:spTree>
    <p:extLst>
      <p:ext uri="{BB962C8B-B14F-4D97-AF65-F5344CB8AC3E}">
        <p14:creationId xmlns:p14="http://schemas.microsoft.com/office/powerpoint/2010/main" val="356244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2026-10-09T22:15:12.0240000Z</dcterms:created>
  <dcterms:modified xsi:type="dcterms:W3CDTF">2026-10-09T22:15:12.0240000Z</dcterms:modified>
</coreProperties>
</file>