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abbd769a3f451b" /><Relationship Type="http://schemas.openxmlformats.org/officeDocument/2006/relationships/extended-properties" Target="/docProps/app.xml" Id="R71a2ac426a7a4c1e" /><Relationship Type="http://schemas.openxmlformats.org/officeDocument/2006/relationships/officeDocument" Target="/ppt/presentation.xml" Id="R05ea597cde6b45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b04baa955c4d38"/>
  </p:sldMasterIdLst>
  <p:notesMasterIdLst>
    <p:notesMasterId xmlns:r="http://schemas.openxmlformats.org/officeDocument/2006/relationships" r:id="R931a19c84f0744a3"/>
  </p:notesMasterIdLst>
  <p:sldIdLst>
    <p:sldId xmlns:r="http://schemas.openxmlformats.org/officeDocument/2006/relationships" id="256" r:id="R84ce84ed2a0e47ca"/>
    <p:sldId xmlns:r="http://schemas.openxmlformats.org/officeDocument/2006/relationships" id="257" r:id="R38d48fcc666e4eb2"/>
    <p:sldId xmlns:r="http://schemas.openxmlformats.org/officeDocument/2006/relationships" id="258" r:id="R06427f8b4b2c4bf5"/>
    <p:sldId xmlns:r="http://schemas.openxmlformats.org/officeDocument/2006/relationships" id="259" r:id="Rb455e3390a444772"/>
    <p:sldId xmlns:r="http://schemas.openxmlformats.org/officeDocument/2006/relationships" id="260" r:id="R76d5f440d7894cbb"/>
    <p:sldId xmlns:r="http://schemas.openxmlformats.org/officeDocument/2006/relationships" id="261" r:id="R9e1f34a415a34381"/>
    <p:sldId xmlns:r="http://schemas.openxmlformats.org/officeDocument/2006/relationships" id="262" r:id="R23f1b9271d234aed"/>
    <p:sldId xmlns:r="http://schemas.openxmlformats.org/officeDocument/2006/relationships" id="263" r:id="R590692307e3d465c"/>
    <p:sldId xmlns:r="http://schemas.openxmlformats.org/officeDocument/2006/relationships" id="264" r:id="R40752932c8fc4948"/>
    <p:sldId xmlns:r="http://schemas.openxmlformats.org/officeDocument/2006/relationships" id="265" r:id="Ra9d3c964f69e4030"/>
    <p:sldId xmlns:r="http://schemas.openxmlformats.org/officeDocument/2006/relationships" id="266" r:id="R37996e5843244d9e"/>
    <p:sldId xmlns:r="http://schemas.openxmlformats.org/officeDocument/2006/relationships" id="267" r:id="R4f1bcb14f22042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c1b70094b44e68" /><Relationship Type="http://schemas.openxmlformats.org/officeDocument/2006/relationships/slideMaster" Target="/ppt/slideMasters/slideMaster1.xml" Id="R75b04baa955c4d38" /><Relationship Type="http://schemas.openxmlformats.org/officeDocument/2006/relationships/notesMaster" Target="/ppt/notesMasters/notesMaster1.xml" Id="R931a19c84f0744a3" /><Relationship Type="http://schemas.openxmlformats.org/officeDocument/2006/relationships/presProps" Target="/ppt/presProps.xml" Id="R9392d8089fb3492b" /><Relationship Type="http://schemas.openxmlformats.org/officeDocument/2006/relationships/tableStyles" Target="/ppt/tableStyles.xml" Id="Rd17056f3f7c44814" /><Relationship Type="http://schemas.openxmlformats.org/officeDocument/2006/relationships/slide" Target="/ppt/slides/slide1.xml" Id="R84ce84ed2a0e47ca" /><Relationship Type="http://schemas.openxmlformats.org/officeDocument/2006/relationships/slide" Target="/ppt/slides/slide2.xml" Id="R38d48fcc666e4eb2" /><Relationship Type="http://schemas.openxmlformats.org/officeDocument/2006/relationships/slide" Target="/ppt/slides/slide3.xml" Id="R06427f8b4b2c4bf5" /><Relationship Type="http://schemas.openxmlformats.org/officeDocument/2006/relationships/slide" Target="/ppt/slides/slide4.xml" Id="Rb455e3390a444772" /><Relationship Type="http://schemas.openxmlformats.org/officeDocument/2006/relationships/slide" Target="/ppt/slides/slide5.xml" Id="R76d5f440d7894cbb" /><Relationship Type="http://schemas.openxmlformats.org/officeDocument/2006/relationships/slide" Target="/ppt/slides/slide6.xml" Id="R9e1f34a415a34381" /><Relationship Type="http://schemas.openxmlformats.org/officeDocument/2006/relationships/slide" Target="/ppt/slides/slide7.xml" Id="R23f1b9271d234aed" /><Relationship Type="http://schemas.openxmlformats.org/officeDocument/2006/relationships/slide" Target="/ppt/slides/slide8.xml" Id="R590692307e3d465c" /><Relationship Type="http://schemas.openxmlformats.org/officeDocument/2006/relationships/slide" Target="/ppt/slides/slide9.xml" Id="R40752932c8fc4948" /><Relationship Type="http://schemas.openxmlformats.org/officeDocument/2006/relationships/slide" Target="/ppt/slides/slide10.xml" Id="Ra9d3c964f69e4030" /><Relationship Type="http://schemas.openxmlformats.org/officeDocument/2006/relationships/slide" Target="/ppt/slides/slide11.xml" Id="R37996e5843244d9e" /><Relationship Type="http://schemas.openxmlformats.org/officeDocument/2006/relationships/slide" Target="/ppt/slides/slide12.xml" Id="R4f1bcb14f22042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b9e983704544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51679416bb4df8" /><Relationship Type="http://schemas.openxmlformats.org/officeDocument/2006/relationships/notesMaster" Target="/ppt/notesMasters/notesMaster1.xml" Id="Rccdb2669cfd146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d54438b49a467e" /><Relationship Type="http://schemas.openxmlformats.org/officeDocument/2006/relationships/notesMaster" Target="/ppt/notesMasters/notesMaster1.xml" Id="R102969126b2440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460366bf864dd3" /><Relationship Type="http://schemas.openxmlformats.org/officeDocument/2006/relationships/notesMaster" Target="/ppt/notesMasters/notesMaster1.xml" Id="R35f5e92cb7da4f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42ac18be844ed8" /><Relationship Type="http://schemas.openxmlformats.org/officeDocument/2006/relationships/notesMaster" Target="/ppt/notesMasters/notesMaster1.xml" Id="R3b50aae09cf242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3997d74f3d4c31" /><Relationship Type="http://schemas.openxmlformats.org/officeDocument/2006/relationships/notesMaster" Target="/ppt/notesMasters/notesMaster1.xml" Id="R5a0e5fb725c64d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c5abbf04d74c70" /><Relationship Type="http://schemas.openxmlformats.org/officeDocument/2006/relationships/notesMaster" Target="/ppt/notesMasters/notesMaster1.xml" Id="R9da91bf5a27846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d73a6817f743bd" /><Relationship Type="http://schemas.openxmlformats.org/officeDocument/2006/relationships/notesMaster" Target="/ppt/notesMasters/notesMaster1.xml" Id="R281175094f1e41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45666be1bb4a80" /><Relationship Type="http://schemas.openxmlformats.org/officeDocument/2006/relationships/notesMaster" Target="/ppt/notesMasters/notesMaster1.xml" Id="R9e862c09262c48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95e573130b4d3c" /><Relationship Type="http://schemas.openxmlformats.org/officeDocument/2006/relationships/notesMaster" Target="/ppt/notesMasters/notesMaster1.xml" Id="R3a455d73769740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2190c5f3e44926" /><Relationship Type="http://schemas.openxmlformats.org/officeDocument/2006/relationships/notesMaster" Target="/ppt/notesMasters/notesMaster1.xml" Id="Rf999445ba0aa45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7829c5fcbd40ef" /><Relationship Type="http://schemas.openxmlformats.org/officeDocument/2006/relationships/notesMaster" Target="/ppt/notesMasters/notesMaster1.xml" Id="Rb1cd22300ce944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cf5d532805492f" /><Relationship Type="http://schemas.openxmlformats.org/officeDocument/2006/relationships/notesMaster" Target="/ppt/notesMasters/notesMaster1.xml" Id="R6884a7e106f841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Ideathon submission. Current scope is a personal commute planner with example schedules.</a:t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catalog contains real locations. Graph travel distances are estimates. Whitefield and Pattanagere lie outside the central core.</a:t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from the live RideX site. Profile photos remain browser-local. Photo capture does not verify identity. SOS does not dispatch an alert.</a:t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210a2eb45a4ba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796d04c35941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09eb1c3b2c4db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1443c0713a44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464c44c48943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55175bde0c4b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E3C5F9-554A-4D9B-8BB3-3863B121B7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AA266E9-1FFC-4BEF-9301-0999CC9FB21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738671D-4B4C-4043-97EC-275301DEC5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D1F93DA-BFF4-4C4E-B93B-B41FDB8839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EF662EE-61C8-4E04-8F63-273109667F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CF7B552-FA4E-4F91-994C-85EC34E6E1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0613218-1CCB-464D-BA76-8CB0C200FE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24E85C-F908-45E1-8197-B7340C4EE5B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AEBE91-80B5-4878-AA0B-D484C67F16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14D913-C050-43DF-8471-DC7041299E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c6e2fd7a374850" /><Relationship Type="http://schemas.openxmlformats.org/officeDocument/2006/relationships/slideLayout" Target="/ppt/slideLayouts/slideLayout1.xml" Id="R4d0684a4369c4723" /><Relationship Type="http://schemas.openxmlformats.org/officeDocument/2006/relationships/slideLayout" Target="/ppt/slideLayouts/slideLayout2.xml" Id="R17cd5a6d3c294aca" /><Relationship Type="http://schemas.openxmlformats.org/officeDocument/2006/relationships/slideLayout" Target="/ppt/slideLayouts/slideLayout3.xml" Id="R5cee28230db44dd6" /><Relationship Type="http://schemas.openxmlformats.org/officeDocument/2006/relationships/slideLayout" Target="/ppt/slideLayouts/slideLayout4.xml" Id="Rc1340c2726d4442b" /><Relationship Type="http://schemas.openxmlformats.org/officeDocument/2006/relationships/slideLayout" Target="/ppt/slideLayouts/slideLayout5.xml" Id="R2c636234b5804761" /><Relationship Type="http://schemas.openxmlformats.org/officeDocument/2006/relationships/slideLayout" Target="/ppt/slideLayouts/slideLayout6.xml" Id="R5bc13a92f41e49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0684a4369c4723"/>
    <p:sldLayoutId xmlns:r="http://schemas.openxmlformats.org/officeDocument/2006/relationships" id="2147483650" r:id="R17cd5a6d3c294aca"/>
    <p:sldLayoutId xmlns:r="http://schemas.openxmlformats.org/officeDocument/2006/relationships" id="2147483651" r:id="R5cee28230db44dd6"/>
    <p:sldLayoutId xmlns:r="http://schemas.openxmlformats.org/officeDocument/2006/relationships" id="2147483652" r:id="Rc1340c2726d4442b"/>
    <p:sldLayoutId xmlns:r="http://schemas.openxmlformats.org/officeDocument/2006/relationships" id="2147483653" r:id="R2c636234b5804761"/>
    <p:sldLayoutId xmlns:r="http://schemas.openxmlformats.org/officeDocument/2006/relationships" id="2147483654" r:id="R5bc13a92f41e49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eb8e87ddc947a2" /><Relationship Type="http://schemas.openxmlformats.org/officeDocument/2006/relationships/image" Target="/ppt/media/image.png" Id="Raa6c7deebf7a4212" /><Relationship Type="http://schemas.openxmlformats.org/officeDocument/2006/relationships/notesSlide" Target="/ppt/notesSlides/notesSlide1.xml" Id="R60b7a023d05f4b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097f9548f34a65" /><Relationship Type="http://schemas.openxmlformats.org/officeDocument/2006/relationships/notesSlide" Target="/ppt/notesSlides/notesSlide2.xml" Id="Rdf8015989ea446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37b7e07bcd4611" /><Relationship Type="http://schemas.openxmlformats.org/officeDocument/2006/relationships/notesSlide" Target="/ppt/notesSlides/notesSlide3.xml" Id="R1d5201eac2084d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abbbcff25d4352" /><Relationship Type="http://schemas.openxmlformats.org/officeDocument/2006/relationships/notesSlide" Target="/ppt/notesSlides/notesSlide4.xml" Id="Rf4c33cad40564a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b8fa40462d45fc" /><Relationship Type="http://schemas.openxmlformats.org/officeDocument/2006/relationships/notesSlide" Target="/ppt/notesSlides/notesSlide5.xml" Id="R124eb0f1504d4c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0606745e514f23" /><Relationship Type="http://schemas.openxmlformats.org/officeDocument/2006/relationships/notesSlide" Target="/ppt/notesSlides/notesSlide6.xml" Id="Rb5c60641539b4b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404952be904991" /><Relationship Type="http://schemas.openxmlformats.org/officeDocument/2006/relationships/image" Target="/ppt/media/image.jpeg" Id="R174f2425ff224924" /><Relationship Type="http://schemas.openxmlformats.org/officeDocument/2006/relationships/notesSlide" Target="/ppt/notesSlides/notesSlide7.xml" Id="Rd4af5e941ace49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a24a594462424e" /><Relationship Type="http://schemas.openxmlformats.org/officeDocument/2006/relationships/notesSlide" Target="/ppt/notesSlides/notesSlide8.xml" Id="Rdb2bf0af292a40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951b326333469a" /><Relationship Type="http://schemas.openxmlformats.org/officeDocument/2006/relationships/notesSlide" Target="/ppt/notesSlides/notesSlide9.xml" Id="R6e44a5fdd45d43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8f3ff0d72748d7" /><Relationship Type="http://schemas.openxmlformats.org/officeDocument/2006/relationships/notesSlide" Target="/ppt/notesSlides/notesSlide10.xml" Id="R91e146a7e722489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827548e39d47bc" /><Relationship Type="http://schemas.openxmlformats.org/officeDocument/2006/relationships/notesSlide" Target="/ppt/notesSlides/notesSlide11.xml" Id="R096ea03ac77c48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be637114ef4f8f" /><Relationship Type="http://schemas.openxmlformats.org/officeDocument/2006/relationships/notesSlide" Target="/ppt/notesSlides/notesSlide12.xml" Id="R4662d2c475e843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22768-15FA-4A2F-8981-69A4941E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08DF11-EA40-48E8-9376-B702442F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BEA5F2-0A79-4FA2-9964-F862EBE4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F4802-F43A-4CC2-AA3D-7051D1B9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19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Carpooling that fits</a:t>
            </a:r>
          </a:p>
          <a:p xmlns:a="http://schemas.openxmlformats.org/drawingml/2006/main">
            <a:pPr>
              <a:defRPr sz="40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your everyday commute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BE67A-DC5D-43F6-B71F-801E14FD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767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Bengaluru carpooling platform</a:t>
            </a:r>
          </a:p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Ideathon project presentation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645CA-E437-428B-8B56-4AF75C14A8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c7deebf7a4212"/>
          <a:stretch xmlns:a="http://schemas.openxmlformats.org/drawingml/2006/main"/>
        </p:blipFill>
        <p:spPr>
          <a:xfrm xmlns:a="http://schemas.openxmlformats.org/drawingml/2006/main">
            <a:off x="7239000" y="2222500"/>
            <a:ext cx="4191000" cy="279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6209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E33F0C-096B-4395-AA98-A108CA36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Why commuters need a better match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65B97-767F-4895-9280-4E9730EEB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BE9FF-A49B-452A-A594-50E1A9B7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DEF10-E08C-4BB8-BDD8-93096A84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A6961A-6824-44D1-A668-323B7236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Route coordination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442589-5D2C-4AEB-9CE4-4176345C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Two people may share a road without sharing a usable pickup point.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905BD3-B4B3-4564-9A82-3939019F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2DBDD-3788-4030-BD92-F6F4AC54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Timing and routine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57CA02-856D-4E55-B2E8-D43C4BB1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Daily commutes need compatible departure windows and weekdays.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F669A-DFC5-4BC1-BF76-7289041D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A9ACE-8574-43A5-B270-66799593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Fair cost sharing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0FF7C-385D-4F7A-9709-47A0080E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Each passenger should contribute for the distance they share.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C80B96-EFC2-45E5-8B7E-FE8ADB76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89D07A-D8B0-43ED-AB2C-0AEDEB60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Trust before the trip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102BF5-64D5-4EB5-A957-23266AEA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Clear identity status and user-controlled safety tools matter.</a:t>
            </a:r>
          </a:p>
        </p:txBody>
      </p:sp>
    </p:spTree>
    <p:extLst>
      <p:ext uri="{BB962C8B-B14F-4D97-AF65-F5344CB8AC3E}">
        <p14:creationId xmlns:p14="http://schemas.microsoft.com/office/powerpoint/2010/main" val="10191079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15FA67-AA4F-4B1C-A6E5-29F09F46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RideX approach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C92050-1B3D-44B8-9AA1-A0358815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9CF531-7A99-4CCF-B0E0-68F94875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BB77-596B-4ECB-B956-EE899686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A5289E-E1F0-4757-9AE4-34964E81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Match the shared journey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E2C79C-DA07-457B-BA46-A642A861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Rank eligible schedules by route overlap and compatible timing.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5C6C0-BC3A-4CC5-BC05-D21F6F3D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39437-4AE9-4512-A3E7-69C0D402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Support recurring commutes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96ABAD-19E3-4A5C-A337-7B8AFF58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Save a single trip or plan journeys across selected weekdays.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46EDA-3023-4B60-A204-8177E132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379B88-99CD-4CA7-A475-6B5ECF1B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Explain the fare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2D52E6-3330-46BC-BA7D-849ECF7F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Split each shared segment among the people onboard.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6D9004-61EF-4327-A0A6-7A05750A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5150A9-5506-48C1-92BC-9AA1A3BA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Make safety visible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CC1E5-B520-41E7-868D-AE9A8FD3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Show verification status, women-only preferences and SOS tools.</a:t>
            </a:r>
          </a:p>
        </p:txBody>
      </p:sp>
    </p:spTree>
    <p:extLst>
      <p:ext uri="{BB962C8B-B14F-4D97-AF65-F5344CB8AC3E}">
        <p14:creationId xmlns:p14="http://schemas.microsoft.com/office/powerpoint/2010/main" val="10681759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7D6520-C461-49CE-8905-04897C66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commuter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426DBE-769E-41B1-AF87-21AF60DB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AB6A5B-945F-4FF9-99B6-0109C0F9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75504-F4F1-4AD6-B320-3669CD5D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B3785-1C00-43D4-A119-2F61305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Choose a journey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A51C46-05AD-4A94-A52F-692760B5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Select pickup, destination, date, time and flexibility.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D23D13-A5A0-4EFF-B180-91FAD17E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71F3C-9CDB-424A-93FB-69E093F6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Find matching schedules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094BEB-6035-4749-9DD4-85265351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See loading feedback, ranked results and the fare estimate.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2BF4EA-F07E-49B2-BD02-10A54C92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154A0-2102-499D-B60C-652C66D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Save a personal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FC74C-7185-499B-85B3-04AA5BB8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Review a trip or recurring series in My trips.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33017E-AAF2-4C66-B442-49B3B068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A0C980-B302-4295-8A89-2DCC6A61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Manage the journey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21B130-FD4E-44D1-9F00-ED82035D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Cancel plans, enter progress or leave a completed-trip rating.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F65534-4A88-4031-934D-420A4930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838825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835F"/>
                </a:solidFill>
                <a:latin typeface="Arial"/>
                <a:ea typeface="Arial"/>
                <a:cs typeface="Arial"/>
              </a:rPr>
              <a:t>Current saves do not contact a driver or reserve a real seat.</a:t>
            </a:r>
          </a:p>
        </p:txBody>
      </p:sp>
    </p:spTree>
    <p:extLst>
      <p:ext uri="{BB962C8B-B14F-4D97-AF65-F5344CB8AC3E}">
        <p14:creationId xmlns:p14="http://schemas.microsoft.com/office/powerpoint/2010/main" val="6644690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FB558-E563-4111-B028-E90D26AB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Bengaluru location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27F8C-4ED8-4EB4-8947-427864AC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D513DD-5547-4E4F-B949-8340BFDF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20D06B-62EB-4CE1-8BC2-ACF4E7AA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10 real pickup and destination options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DD01B-B558-43CA-9F16-DE9C68D6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5238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Indiranagar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Whitefield (Kadugodi)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Cubbon Park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UB City, Vittal Mallya Road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Pattanagere Metro Station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6C3D3F-0993-43C5-B411-11252B61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28875"/>
            <a:ext cx="5095875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Majestic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Jayanagar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Koramangala, 80 Feet Road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Domlur Bus Stand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MG Road Metro Station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6BEB43-64C4-4A29-9421-55F189AD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43575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Passengers must agree on an exact, safe meeting point.</a:t>
            </a:r>
          </a:p>
        </p:txBody>
      </p:sp>
    </p:spTree>
    <p:extLst>
      <p:ext uri="{BB962C8B-B14F-4D97-AF65-F5344CB8AC3E}">
        <p14:creationId xmlns:p14="http://schemas.microsoft.com/office/powerpoint/2010/main" val="20220031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770B4-21BB-4AB4-9287-126B9A2B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Matching and distance-based fares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D60C53-2380-4EF6-A094-58917808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D9698-8A0C-46DD-BEC1-52119E0B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AB565-FADF-48DC-8116-6CFA0CE2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859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Matching rules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220606-1823-4A28-B112-A395CB2D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19350"/>
            <a:ext cx="4857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Pickup and drop-off follow the driver’s route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Weekdays, departure windows and seats must match.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Preferences filter eligible schedules.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17103A-D048-4852-BFF8-C006FFB8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59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Fare calculation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26C08-59F5-49E7-A18D-A9ECAB4F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19350"/>
            <a:ext cx="4953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Each graph segment has a distance and vehicle cost.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driver and passengers onboard share that segment.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total uses integer paise to control rounding.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016DE-2F29-47E4-9B66-5816DAF7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3882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Fares use the planning graph. Google road distances do not yet update the estimate.</a:t>
            </a:r>
          </a:p>
        </p:txBody>
      </p:sp>
    </p:spTree>
    <p:extLst>
      <p:ext uri="{BB962C8B-B14F-4D97-AF65-F5344CB8AC3E}">
        <p14:creationId xmlns:p14="http://schemas.microsoft.com/office/powerpoint/2010/main" val="19287844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2FB47D-3351-4320-BF30-666A9965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Trust and safety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469E6-AB57-43E3-8B44-6C0D1ECD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1E1D9-4C01-452A-84A8-DEC4D740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8D79D-BDF4-4E15-ADD9-5E55104A33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f2425ff224924"/>
          <a:stretch xmlns:a="http://schemas.openxmlformats.org/drawingml/2006/main"/>
        </p:blipFill>
        <p:spPr>
          <a:xfrm xmlns:a="http://schemas.openxmlformats.org/drawingml/2006/main">
            <a:off x="621242" y="1571625"/>
            <a:ext cx="7044267" cy="3962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63CA2-3D1B-4849-9288-3591844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66875"/>
            <a:ext cx="3381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Camera 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7D40CD-ED48-4C20-A6FF-D107AAD8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43125"/>
            <a:ext cx="3381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Users choose when to add or remove their profile photo.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4DD4D-C0ED-4447-B18D-53F1DA46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43275"/>
            <a:ext cx="3381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Emergency contact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21944-7AB2-4C86-8D64-D3AE7100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29050"/>
            <a:ext cx="33813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Saved contact, call links and optional location copying.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B2A5FE-3D69-4800-96B3-657767A9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245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Independent identity verification remains an integration requirement.</a:t>
            </a:r>
          </a:p>
        </p:txBody>
      </p:sp>
    </p:spTree>
    <p:extLst>
      <p:ext uri="{BB962C8B-B14F-4D97-AF65-F5344CB8AC3E}">
        <p14:creationId xmlns:p14="http://schemas.microsoft.com/office/powerpoint/2010/main" val="15912365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97D5C5-99A3-426A-B5C7-B6219265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Application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01590-0A59-4C8B-A6D2-A0A9B848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B08E0A-CF4C-4109-9F71-4447EE29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0BA9C-7DE2-4D75-935D-870BDB45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3D1BE-2144-429C-84F6-5A0FB373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Web interface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068B8-D9EE-45F4-B1A2-F88135E2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HTML, CSS and JavaScript for search, plans, profile and safety tools.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C5AF0E-B22C-4F9A-A6F3-5A3642EF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9CC6A9-F628-4ACF-BE00-BE0915AE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Journey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DCBC6-9D69-42FA-9487-686D734E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React 19 and Tailwind CSS 4, compiled with Vite 7.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9D4C32-37F7-46CB-AC01-94D729DC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A1D0CA-69EB-44BE-BB5A-1A6E107E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Python services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F8F3E-6803-45E0-857B-DB353448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Matching, fare rules, request validation and Google Routes proxy.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A9DF49-8061-4EEB-9AB8-9DDF613F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855DCE-AD67-45E2-9A22-1D319214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Planning storage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ED5FD-DF60-4131-A946-944C587E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SQLite locally. Vercel uses isolated requests and a browser-owned snapshot.</a:t>
            </a:r>
          </a:p>
        </p:txBody>
      </p:sp>
    </p:spTree>
    <p:extLst>
      <p:ext uri="{BB962C8B-B14F-4D97-AF65-F5344CB8AC3E}">
        <p14:creationId xmlns:p14="http://schemas.microsoft.com/office/powerpoint/2010/main" val="12279149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CFF7E0-D4F1-4D9A-912E-F010087A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Google Maps 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A5BEE8-89F7-4650-9A45-DF625A74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C5F94-569B-444F-B626-59703DE0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D3975E-C4EA-4E24-978F-68E64EEB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9B525-9B90-4833-A027-50500444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Embedded 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FE6226-6EA9-4908-AE2F-C6DB90C9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Dark Google Maps styling and the TrafficLayer road overlay.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A91820-FD30-4613-AA68-2A994500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CB891-B089-4939-80A4-6F35197F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Routes and congestion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FA201-D7B4-416E-88A2-A96A9D79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Google Routes supplies route geometry, distance, ETA and traffic intervals.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94844-0DA8-4D00-B0E2-A84A96BD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5B74E-DD02-474C-9F82-1BC3BEEF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Credentials pending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5A5871-8112-4ABE-A46E-77E6DF8F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Maps JavaScript and Routes API keys require a billing-enabled Cloud project.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768E1-4E64-4CE0-8BD0-B053940E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2C8717-CEDD-43D0-8324-32954B50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Current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5F64F4-D1EA-463F-A07C-84F26ABC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An external Google Maps directions link works without embedded credentials.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CA9A86-DE03-4886-AD1F-28AEA61E6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8293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835F"/>
                </a:solidFill>
                <a:latin typeface="Arial"/>
                <a:ea typeface="Arial"/>
                <a:cs typeface="Arial"/>
              </a:rPr>
              <a:t>Driver GPS and traffic-light countdown feeds are not connected.</a:t>
            </a:r>
          </a:p>
        </p:txBody>
      </p:sp>
    </p:spTree>
    <p:extLst>
      <p:ext uri="{BB962C8B-B14F-4D97-AF65-F5344CB8AC3E}">
        <p14:creationId xmlns:p14="http://schemas.microsoft.com/office/powerpoint/2010/main" val="1403904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A643B9-E546-4ECB-A33E-E3C2DF99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Validation and current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1DCAA-814C-43A2-A75F-F430434F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152F4-BDEB-40D4-A850-C25F9C7B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1133D-CF53-4C72-BE6E-5D9C5F5C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533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17 Python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3DC691-D2EB-4E15-BCDC-D22DEFFE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62250"/>
            <a:ext cx="5238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Matching and shared fares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Recurring plans and capacity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Cancellation, progress and ratings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Hosted visitor isolation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Location migration and map parsing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1A3744-140D-46CD-8123-02F22D05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504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Next integrations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B65E20-CA8E-424A-8FEC-79EB536A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62250"/>
            <a:ext cx="50482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Authenticated users and shared storage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Driver acceptance and live GPS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Independent identity checks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Payments and emergency dispatch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Google provider checks with real keys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F71CB-6574-4E66-A079-A2AB0C54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483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Existing driver schedules are examples. Hosted plans belong to the visitor’s browser.</a:t>
            </a:r>
          </a:p>
        </p:txBody>
      </p:sp>
    </p:spTree>
    <p:extLst>
      <p:ext uri="{BB962C8B-B14F-4D97-AF65-F5344CB8AC3E}">
        <p14:creationId xmlns:p14="http://schemas.microsoft.com/office/powerpoint/2010/main" val="7636582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BECC1B-15E1-4907-8414-1FF39C4E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8B45A-B8D0-4694-876A-AC64F5AE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878BF-EC5C-422C-B51C-97755C85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32739C-5197-4269-9F27-48280990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Six-member 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07EF46-C19F-4537-BB09-19D0A9E1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4857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Tanmay Daga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tanmay-daga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Dibakar Das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dibakar704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484195-C616-470C-887C-8E617E81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5048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Suryansh Singh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rsuryansh9026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Aarav Choudhary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aaravchoudhary018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767183-BCD3-4069-9F66-261B6E9B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577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Aman Verma   (Aman-verma-crypto)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CC2794-EEBD-43ED-8038-8D838289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One member name and individual contributions await team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462825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CDCAC-9FD4-4642-BBBD-CF2196FD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Project access and submission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7C5F3-1C9C-44F9-B0A2-0C154E25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F5AFD7-749A-4CDB-9880-88B11CE2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DC87C5-6968-4F33-A49C-C9FFABCF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Public GitHub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FF0C9-F120-4C65-ADE3-1CD03DD8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https://github.com/aaravchoudhary018/FireTech-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FA24E-C9BC-4FF4-98E3-107E9026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813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Live application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C5EC1-982E-42C4-8734-919D295B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https://firetech-murex.vercel.app/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2CBA0B-44FE-4075-B32A-C0C50AB8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Each member must submit a public repository on their own account.</a:t>
            </a:r>
          </a:p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Confirm whether the event accepts forks before choosing that approach.</a:t>
            </a:r>
          </a:p>
        </p:txBody>
      </p:sp>
    </p:spTree>
    <p:extLst>
      <p:ext uri="{BB962C8B-B14F-4D97-AF65-F5344CB8AC3E}">
        <p14:creationId xmlns:p14="http://schemas.microsoft.com/office/powerpoint/2010/main" val="3019604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2026-10-09T22:11:14.2320000Z</dcterms:created>
  <dcterms:modified xsi:type="dcterms:W3CDTF">2026-10-09T22:11:14.2320000Z</dcterms:modified>
</coreProperties>
</file>