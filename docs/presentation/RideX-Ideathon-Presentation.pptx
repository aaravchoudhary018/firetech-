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4afa48ea014357" /><Relationship Type="http://schemas.openxmlformats.org/officeDocument/2006/relationships/extended-properties" Target="/docProps/app.xml" Id="Re231eb29786e429c" /><Relationship Type="http://schemas.openxmlformats.org/officeDocument/2006/relationships/officeDocument" Target="/ppt/presentation.xml" Id="R4004916a77ae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eb5dde3f0f49a7"/>
  </p:sldMasterIdLst>
  <p:notesMasterIdLst>
    <p:notesMasterId xmlns:r="http://schemas.openxmlformats.org/officeDocument/2006/relationships" r:id="Re98453b2dd3d44b0"/>
  </p:notesMasterIdLst>
  <p:sldIdLst>
    <p:sldId xmlns:r="http://schemas.openxmlformats.org/officeDocument/2006/relationships" id="256" r:id="R5cd3e90fd1f242ef"/>
    <p:sldId xmlns:r="http://schemas.openxmlformats.org/officeDocument/2006/relationships" id="257" r:id="R031b7260466c45c9"/>
    <p:sldId xmlns:r="http://schemas.openxmlformats.org/officeDocument/2006/relationships" id="258" r:id="Raecf6dfbc4d446e6"/>
    <p:sldId xmlns:r="http://schemas.openxmlformats.org/officeDocument/2006/relationships" id="259" r:id="Ra7f50e6d88a542ba"/>
    <p:sldId xmlns:r="http://schemas.openxmlformats.org/officeDocument/2006/relationships" id="260" r:id="Rd0ae93949d7644e9"/>
    <p:sldId xmlns:r="http://schemas.openxmlformats.org/officeDocument/2006/relationships" id="261" r:id="Ra5a371d52e364032"/>
    <p:sldId xmlns:r="http://schemas.openxmlformats.org/officeDocument/2006/relationships" id="262" r:id="Rff5edafc3ea3404e"/>
    <p:sldId xmlns:r="http://schemas.openxmlformats.org/officeDocument/2006/relationships" id="263" r:id="R0c568fb10cc3412a"/>
    <p:sldId xmlns:r="http://schemas.openxmlformats.org/officeDocument/2006/relationships" id="264" r:id="R7facbdac3f2741a3"/>
    <p:sldId xmlns:r="http://schemas.openxmlformats.org/officeDocument/2006/relationships" id="265" r:id="Rdb09881cc5dc43b8"/>
    <p:sldId xmlns:r="http://schemas.openxmlformats.org/officeDocument/2006/relationships" id="266" r:id="Rbb977e40b60c44dd"/>
    <p:sldId xmlns:r="http://schemas.openxmlformats.org/officeDocument/2006/relationships" id="267" r:id="R69a60897d4b049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c9527851b440b5" /><Relationship Type="http://schemas.openxmlformats.org/officeDocument/2006/relationships/slideMaster" Target="/ppt/slideMasters/slideMaster1.xml" Id="R1deb5dde3f0f49a7" /><Relationship Type="http://schemas.openxmlformats.org/officeDocument/2006/relationships/notesMaster" Target="/ppt/notesMasters/notesMaster1.xml" Id="Re98453b2dd3d44b0" /><Relationship Type="http://schemas.openxmlformats.org/officeDocument/2006/relationships/presProps" Target="/ppt/presProps.xml" Id="R0636eaceaff44136" /><Relationship Type="http://schemas.openxmlformats.org/officeDocument/2006/relationships/tableStyles" Target="/ppt/tableStyles.xml" Id="R1e793752f3364143" /><Relationship Type="http://schemas.openxmlformats.org/officeDocument/2006/relationships/slide" Target="/ppt/slides/slide1.xml" Id="R5cd3e90fd1f242ef" /><Relationship Type="http://schemas.openxmlformats.org/officeDocument/2006/relationships/slide" Target="/ppt/slides/slide2.xml" Id="R031b7260466c45c9" /><Relationship Type="http://schemas.openxmlformats.org/officeDocument/2006/relationships/slide" Target="/ppt/slides/slide3.xml" Id="Raecf6dfbc4d446e6" /><Relationship Type="http://schemas.openxmlformats.org/officeDocument/2006/relationships/slide" Target="/ppt/slides/slide4.xml" Id="Ra7f50e6d88a542ba" /><Relationship Type="http://schemas.openxmlformats.org/officeDocument/2006/relationships/slide" Target="/ppt/slides/slide5.xml" Id="Rd0ae93949d7644e9" /><Relationship Type="http://schemas.openxmlformats.org/officeDocument/2006/relationships/slide" Target="/ppt/slides/slide6.xml" Id="Ra5a371d52e364032" /><Relationship Type="http://schemas.openxmlformats.org/officeDocument/2006/relationships/slide" Target="/ppt/slides/slide7.xml" Id="Rff5edafc3ea3404e" /><Relationship Type="http://schemas.openxmlformats.org/officeDocument/2006/relationships/slide" Target="/ppt/slides/slide8.xml" Id="R0c568fb10cc3412a" /><Relationship Type="http://schemas.openxmlformats.org/officeDocument/2006/relationships/slide" Target="/ppt/slides/slide9.xml" Id="R7facbdac3f2741a3" /><Relationship Type="http://schemas.openxmlformats.org/officeDocument/2006/relationships/slide" Target="/ppt/slides/slide10.xml" Id="Rdb09881cc5dc43b8" /><Relationship Type="http://schemas.openxmlformats.org/officeDocument/2006/relationships/slide" Target="/ppt/slides/slide11.xml" Id="Rbb977e40b60c44dd" /><Relationship Type="http://schemas.openxmlformats.org/officeDocument/2006/relationships/slide" Target="/ppt/slides/slide12.xml" Id="R69a60897d4b049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5cc7ee597142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5a13c2e7574a22" /><Relationship Type="http://schemas.openxmlformats.org/officeDocument/2006/relationships/notesMaster" Target="/ppt/notesMasters/notesMaster1.xml" Id="R1897590cbbb24a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636eaf4dba466f" /><Relationship Type="http://schemas.openxmlformats.org/officeDocument/2006/relationships/notesMaster" Target="/ppt/notesMasters/notesMaster1.xml" Id="R783321af23ff47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26f08a2d7a4ae3" /><Relationship Type="http://schemas.openxmlformats.org/officeDocument/2006/relationships/notesMaster" Target="/ppt/notesMasters/notesMaster1.xml" Id="Rce49204b6c9544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4edf4dbeee4d64" /><Relationship Type="http://schemas.openxmlformats.org/officeDocument/2006/relationships/notesMaster" Target="/ppt/notesMasters/notesMaster1.xml" Id="Rba56149d04b442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3aa3dd9fa34b04" /><Relationship Type="http://schemas.openxmlformats.org/officeDocument/2006/relationships/notesMaster" Target="/ppt/notesMasters/notesMaster1.xml" Id="R95917bd824904b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5b13a76e9d4120" /><Relationship Type="http://schemas.openxmlformats.org/officeDocument/2006/relationships/notesMaster" Target="/ppt/notesMasters/notesMaster1.xml" Id="R71f75d5ac9d44d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363082dad04947" /><Relationship Type="http://schemas.openxmlformats.org/officeDocument/2006/relationships/notesMaster" Target="/ppt/notesMasters/notesMaster1.xml" Id="Rca94635b950249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2ca62c99c8478e" /><Relationship Type="http://schemas.openxmlformats.org/officeDocument/2006/relationships/notesMaster" Target="/ppt/notesMasters/notesMaster1.xml" Id="R872d1b48791540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723a0c99ef4d0b" /><Relationship Type="http://schemas.openxmlformats.org/officeDocument/2006/relationships/notesMaster" Target="/ppt/notesMasters/notesMaster1.xml" Id="R37a8dbf0cafa45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18786bde294876" /><Relationship Type="http://schemas.openxmlformats.org/officeDocument/2006/relationships/notesMaster" Target="/ppt/notesMasters/notesMaster1.xml" Id="Rc485987f23f74c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d74fee853b4267" /><Relationship Type="http://schemas.openxmlformats.org/officeDocument/2006/relationships/notesMaster" Target="/ppt/notesMasters/notesMaster1.xml" Id="R874645ddd04344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d596c46e4044bc" /><Relationship Type="http://schemas.openxmlformats.org/officeDocument/2006/relationships/notesMaster" Target="/ppt/notesMasters/notesMaster1.xml" Id="R407fab1a242243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Ideathon submission. Current scope is a personal commute planner with example schedules.</a:t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catalog contains real locations. Graph travel distances are estimates. Whitefield and Pattanagere lie outside the central core.</a:t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the live RideX site. Profile photos remain browser-local. Photo capture does not verify identity. SOS does not dispatch an alert.</a:t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RideX source code and README, https://github.com/aaravchoudhary018/FireTech-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b002bade94e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cbfddae9744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c14fcfc7a4c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9bb6e8aa745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c4ab23ce04b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77ab371204a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ADA930-B081-41BD-9893-D4815E776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E5F218F-3D2F-45AB-B824-4411C24B35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6E504F-4C76-484B-895E-1EF423820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07B7C7-2DE4-4ADC-AC93-A65FCA9FD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2DDC91-4219-4AAE-82DA-FF368E0138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2903459-FFAA-4D3D-BF2C-D3C63AD73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964555-62E0-4258-9BB3-3CAB14E858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D0E0C5-481F-443A-A4E6-FF98D9A600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A4D445-D678-4BF8-8E95-E111AA1F5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780C1C-D74A-465C-BCED-9B113B3F73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3f8d86662c445b" /><Relationship Type="http://schemas.openxmlformats.org/officeDocument/2006/relationships/slideLayout" Target="/ppt/slideLayouts/slideLayout1.xml" Id="Rd108bf04d03a41f1" /><Relationship Type="http://schemas.openxmlformats.org/officeDocument/2006/relationships/slideLayout" Target="/ppt/slideLayouts/slideLayout2.xml" Id="R4f828943e62d46e3" /><Relationship Type="http://schemas.openxmlformats.org/officeDocument/2006/relationships/slideLayout" Target="/ppt/slideLayouts/slideLayout3.xml" Id="R34fe00d255f44245" /><Relationship Type="http://schemas.openxmlformats.org/officeDocument/2006/relationships/slideLayout" Target="/ppt/slideLayouts/slideLayout4.xml" Id="R1241504bb8444e84" /><Relationship Type="http://schemas.openxmlformats.org/officeDocument/2006/relationships/slideLayout" Target="/ppt/slideLayouts/slideLayout5.xml" Id="R852b772a3d694685" /><Relationship Type="http://schemas.openxmlformats.org/officeDocument/2006/relationships/slideLayout" Target="/ppt/slideLayouts/slideLayout6.xml" Id="Rf6d6b241ce8d45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08bf04d03a41f1"/>
    <p:sldLayoutId xmlns:r="http://schemas.openxmlformats.org/officeDocument/2006/relationships" id="2147483650" r:id="R4f828943e62d46e3"/>
    <p:sldLayoutId xmlns:r="http://schemas.openxmlformats.org/officeDocument/2006/relationships" id="2147483651" r:id="R34fe00d255f44245"/>
    <p:sldLayoutId xmlns:r="http://schemas.openxmlformats.org/officeDocument/2006/relationships" id="2147483652" r:id="R1241504bb8444e84"/>
    <p:sldLayoutId xmlns:r="http://schemas.openxmlformats.org/officeDocument/2006/relationships" id="2147483653" r:id="R852b772a3d694685"/>
    <p:sldLayoutId xmlns:r="http://schemas.openxmlformats.org/officeDocument/2006/relationships" id="2147483654" r:id="Rf6d6b241ce8d45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df1288a3a4e67" /><Relationship Type="http://schemas.openxmlformats.org/officeDocument/2006/relationships/image" Target="/ppt/media/image.png" Id="Rdccb6f79463f43ad" /><Relationship Type="http://schemas.openxmlformats.org/officeDocument/2006/relationships/notesSlide" Target="/ppt/notesSlides/notesSlide1.xml" Id="Rdfd05896416d49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e178148394177" /><Relationship Type="http://schemas.openxmlformats.org/officeDocument/2006/relationships/notesSlide" Target="/ppt/notesSlides/notesSlide2.xml" Id="R1fcfbc16ac6e43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b02050def4c50" /><Relationship Type="http://schemas.openxmlformats.org/officeDocument/2006/relationships/notesSlide" Target="/ppt/notesSlides/notesSlide3.xml" Id="Rc58ca87d0960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188c74da642f8" /><Relationship Type="http://schemas.openxmlformats.org/officeDocument/2006/relationships/notesSlide" Target="/ppt/notesSlides/notesSlide4.xml" Id="Rfcf78192abe6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e2fcde3714c4a" /><Relationship Type="http://schemas.openxmlformats.org/officeDocument/2006/relationships/notesSlide" Target="/ppt/notesSlides/notesSlide5.xml" Id="R5737498c82b34c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7b9aa819be417d" /><Relationship Type="http://schemas.openxmlformats.org/officeDocument/2006/relationships/notesSlide" Target="/ppt/notesSlides/notesSlide6.xml" Id="R507f910b6a3349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dcbd59ff454e16" /><Relationship Type="http://schemas.openxmlformats.org/officeDocument/2006/relationships/image" Target="/ppt/media/image.jpeg" Id="R116a9b6e60c041fa" /><Relationship Type="http://schemas.openxmlformats.org/officeDocument/2006/relationships/notesSlide" Target="/ppt/notesSlides/notesSlide7.xml" Id="R28bf29dcfbd143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b89a3f948470e" /><Relationship Type="http://schemas.openxmlformats.org/officeDocument/2006/relationships/notesSlide" Target="/ppt/notesSlides/notesSlide8.xml" Id="R04f186da517d40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0252f7af154c89" /><Relationship Type="http://schemas.openxmlformats.org/officeDocument/2006/relationships/notesSlide" Target="/ppt/notesSlides/notesSlide9.xml" Id="R2a77deb58f824c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8e1ea068141c7" /><Relationship Type="http://schemas.openxmlformats.org/officeDocument/2006/relationships/notesSlide" Target="/ppt/notesSlides/notesSlide10.xml" Id="R5697a8781b7543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7d64c67dcc4cf5" /><Relationship Type="http://schemas.openxmlformats.org/officeDocument/2006/relationships/notesSlide" Target="/ppt/notesSlides/notesSlide11.xml" Id="R90df6511986742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320328ced4ab1" /><Relationship Type="http://schemas.openxmlformats.org/officeDocument/2006/relationships/notesSlide" Target="/ppt/notesSlides/notesSlide12.xml" Id="R41bc6cfb25a44a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FBAE8-F3FE-4372-B0FF-0B62F5F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65F73-DEFA-43BA-851F-9172DC78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9FADF-0843-4F9E-9E93-D41FF37C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FFA6B-9927-4FED-B9A8-8298145C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Carpooling that fits</a:t>
            </a:r>
          </a:p>
          <a:p xmlns:a="http://schemas.openxmlformats.org/drawingml/2006/main">
            <a:pPr>
              <a:defRPr sz="405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your everyday commute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C5F61-103F-473B-91EA-75C2230F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Bengaluru carpooling platform</a:t>
            </a:r>
          </a:p>
          <a:p xmlns:a="http://schemas.openxmlformats.org/drawingml/2006/main">
            <a:pPr>
              <a:defRPr sz="21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Ideathon project presentation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FF3A7-7AD7-492E-90F7-614FC5BFF2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b6f79463f43ad"/>
          <a:stretch xmlns:a="http://schemas.openxmlformats.org/drawingml/2006/main"/>
        </p:blipFill>
        <p:spPr>
          <a:xfrm xmlns:a="http://schemas.openxmlformats.org/drawingml/2006/main">
            <a:off x="7239000" y="2222500"/>
            <a:ext cx="4191000" cy="279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33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38F31-EFE3-40D8-8B42-44190B9F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Why commuters need a better match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86361-43DB-4F9A-9BFD-EAA6A6FE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A7DD7-50AB-4E53-9B13-2964B1AE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8A822-7A27-41CE-B6F8-41E46FE2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7B93B-969D-4301-987E-E6162F2E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859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Route coordination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9D800-04F8-4F88-957C-0322160E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Two people may share a road without sharing a usable pickup 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0B883-F475-465D-9057-4DD6A258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72773-13DA-46E1-9D0C-CDA81EB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Timing and routine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B391F-BE81-47AB-95AF-4867C659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242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Daily commutes need compatible departure windows and weekdays.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0FE2E-B8F0-4003-92F7-A19C13D3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EF742-EC6A-4469-A0DB-A0DC2A77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43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Fair cost sharing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DAA9D-9324-4889-81A9-A863F091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Each passenger should contribute for the distance they share.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4F8F8-8CB3-4CE9-AC2F-FD6330ED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B0454-7AC2-48F7-BF40-A6780450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Trust before the trip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BAD99-C713-42F8-8BFF-F1F68171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Clear identity status and user-controlled safety tools matter.</a:t>
            </a:r>
          </a:p>
        </p:txBody>
      </p:sp>
    </p:spTree>
    <p:extLst>
      <p:ext uri="{BB962C8B-B14F-4D97-AF65-F5344CB8AC3E}">
        <p14:creationId xmlns:p14="http://schemas.microsoft.com/office/powerpoint/2010/main" val="1532394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278DD4-F202-455F-B47E-5CF37457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The RideX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AA651-72C6-4F55-8A8E-F33CE5A4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EC6A5-7DA2-4B74-9D12-94F3C9F6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6E87A-EACE-4B6E-8534-88FA66EB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1726D-E36F-4E23-B15A-0B847919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859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Match the shared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4B956-C83B-46F9-9999-B737AA24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Rank eligible schedules by route overlap and compatible timing.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1E502-0D14-48B1-B956-8F03066D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0CA77-B1ED-401F-862D-017F0C5A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Support recurring commutes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C2425-5FEE-44CE-94CA-BAA1B3D9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242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Save a single trip or plan journeys across selected weekdays.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70115-DC6E-43E7-BCEE-0D9AC6D8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4C811-EB8D-4ED5-B0B8-596E8E9A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43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Explain the fare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44FF1-2975-458F-82BF-D97C8BAF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Split each shared segment among the people onboard.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FA6B2-1D48-422E-8DA2-DA5B6111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1B85E-D54A-4962-A228-10E69F99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Make safety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465ED-E7DE-4A32-9FC5-4BFA9EF4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Show verification status, women-only preferences and SOS tools.</a:t>
            </a:r>
          </a:p>
        </p:txBody>
      </p:sp>
    </p:spTree>
    <p:extLst>
      <p:ext uri="{BB962C8B-B14F-4D97-AF65-F5344CB8AC3E}">
        <p14:creationId xmlns:p14="http://schemas.microsoft.com/office/powerpoint/2010/main" val="352932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0F540-3703-43F1-8E2A-9C24AFF8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The commuter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42EC5-70BE-46C9-ABE6-7E2D0847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D7B89-E87E-4525-94ED-D41F2ED4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D4EF8-AC87-46D8-9AD5-8281F570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21087-12F1-4916-9A05-FE122999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859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Choose a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E0CAC-CE95-405A-9B97-AE54D1BA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Select pickup, destination, date, time and flexibility.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37808-05E0-4D2D-85D2-128CBB20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BFC41-87FF-4CED-A7BD-0C1A667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Find matching schedules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8206E-8B01-4BA9-A07F-06A37B68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242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See loading feedback, ranked results and the fare estimate.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B47FF-5066-4060-96F0-F579E3C0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F3F1C-DB9B-4C9D-877E-E0A85EBD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43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Save a personal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2029C-6B2A-4A49-B654-ADD05888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Review a trip or recurring series in My trips.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64362-1818-4900-91B7-9EECC1D9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5B867-7D52-418C-9AEB-FEDB738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Manage the journey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7121D-0508-445E-B74E-939262C8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Cancel plans, enter progress or leave a completed-trip rating.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FF251-1313-42A2-892A-E42E90DB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8388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835F"/>
                </a:solidFill>
                <a:latin typeface="Arial"/>
                <a:ea typeface="Arial"/>
                <a:cs typeface="Arial"/>
              </a:rPr>
              <a:t>Current saves do not contact a driver or reserve a real seat.</a:t>
            </a:r>
          </a:p>
        </p:txBody>
      </p:sp>
    </p:spTree>
    <p:extLst>
      <p:ext uri="{BB962C8B-B14F-4D97-AF65-F5344CB8AC3E}">
        <p14:creationId xmlns:p14="http://schemas.microsoft.com/office/powerpoint/2010/main" val="231106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3B6C5-7295-4C18-9660-FB786E11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Bengaluru location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1ACB0-6F2F-40FE-9646-AABFD1A6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FB5C5-8BF4-448B-B741-AC2C63F4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45B5F-7CC3-482A-BE5C-CFE1D5AA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10 real pickup and destination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818BE-C48C-42A7-912F-7AE02B78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5238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Indiranagar Metro Station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Whitefield (Kadugodi) Metro Station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Cubbon Park Metro Station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UB City, Vittal Mallya Road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Pattanagere Metro Station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08D27-5A96-4D77-AEF2-0F35B642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5095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Majestic Metro Station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Jayanagar Metro Station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Koramangala, 80 Feet Road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Domlur Bus Stand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MG Road Metro Station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BA0B6-3BEC-43DF-BCE2-D141D19E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Passengers must agree on an exact, safe meeting point.</a:t>
            </a:r>
          </a:p>
        </p:txBody>
      </p:sp>
    </p:spTree>
    <p:extLst>
      <p:ext uri="{BB962C8B-B14F-4D97-AF65-F5344CB8AC3E}">
        <p14:creationId xmlns:p14="http://schemas.microsoft.com/office/powerpoint/2010/main" val="8497751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CE642-363F-41C2-B51A-48551107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Matching and distance-based fares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C71B5-1CBF-4221-98AD-3C8BBBE5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2CBF2-00E3-4AF9-ADBE-70B854C7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85CF4-F745-4D65-AE39-C8F8EAE1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Matching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FD651-C885-48FC-9092-84A1DE8A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Pickup and drop-off follow the driver’s route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Weekdays, departure windows and seats must 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Preferences filter eligible schedules.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9D21A-6643-4145-AED9-786207D3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Fare calculation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DB24E7-6DBB-4763-84EE-077D0433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Each graph segment has a distance and vehicle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The driver and passengers onboard share that segment.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The total uses integer paise to control rounding.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BC8BD-6E7E-4D36-8B11-152AAA23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Fares use the planning graph. Google road distances do not yet update the estimate.</a:t>
            </a:r>
          </a:p>
        </p:txBody>
      </p:sp>
    </p:spTree>
    <p:extLst>
      <p:ext uri="{BB962C8B-B14F-4D97-AF65-F5344CB8AC3E}">
        <p14:creationId xmlns:p14="http://schemas.microsoft.com/office/powerpoint/2010/main" val="10670604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8BBBA-E8D4-45D4-A1D9-FF1ED62B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Trust and safety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BD6E9-8F70-41C0-8E54-C9D7701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6095A-A619-4C1F-A690-D5276DC3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FDFE8-38FC-42C1-B37A-BABCB72B4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6a9b6e60c041fa"/>
          <a:stretch xmlns:a="http://schemas.openxmlformats.org/drawingml/2006/main"/>
        </p:blipFill>
        <p:spPr>
          <a:xfrm xmlns:a="http://schemas.openxmlformats.org/drawingml/2006/main">
            <a:off x="621242" y="1571625"/>
            <a:ext cx="7044267" cy="3962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2EB47-94E9-436D-9A7A-3C3FFEF1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Camera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9A46A-0917-4958-9509-916B9B95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43125"/>
            <a:ext cx="3381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Users choose when to add or remove their profile photo.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591A0-9738-40DF-8528-CB88079C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432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Emergency contact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DB692-00FC-4BAA-A6D1-AAC5411F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29050"/>
            <a:ext cx="3381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Saved contact, call links and optional location copying.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947E4-209F-40FB-B599-69C49657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245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Independent identity verification remains an integration requirement.</a:t>
            </a:r>
          </a:p>
        </p:txBody>
      </p:sp>
    </p:spTree>
    <p:extLst>
      <p:ext uri="{BB962C8B-B14F-4D97-AF65-F5344CB8AC3E}">
        <p14:creationId xmlns:p14="http://schemas.microsoft.com/office/powerpoint/2010/main" val="1181490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523F9-9CFF-4571-A0C6-F29F19FC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5DDEF-5205-476B-A0F3-AA5CFA7B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4860D-AF1E-4804-9F4D-45CBB28C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FFE67-743B-40E6-B71C-8B3AC21C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AAA4E-F6C6-4BD4-93E9-D1BCAE56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859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Web 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1033C-900D-42AC-8CF4-A89F5B05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HTML, CSS and JavaScript for search, plans, profile and safety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52E71-635B-4F72-AC1E-0127396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95B83-2A86-4E39-BD9A-7414061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Journey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D4C86-8DF6-4AAC-9D4D-8B5FD09B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242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React 19 and Tailwind CSS 4, compiled with Vite 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9FB67-DC60-4B21-84D4-7CB50FD8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6561F-24C2-4507-8038-2D71F743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43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Python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47694-5ED9-433D-BB3E-1EFA53F7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Matching, fare rules, request validation and Google Routes proxy.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D2750-225D-44BE-9972-8F52C218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0E8B69-F4AB-4E86-BE2A-5A48ABB3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Planning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A23F26-39B6-4BE3-97B7-E925DFF2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SQLite locally. Vercel uses isolated requests and a browser-owned snapshot.</a:t>
            </a:r>
          </a:p>
        </p:txBody>
      </p:sp>
    </p:spTree>
    <p:extLst>
      <p:ext uri="{BB962C8B-B14F-4D97-AF65-F5344CB8AC3E}">
        <p14:creationId xmlns:p14="http://schemas.microsoft.com/office/powerpoint/2010/main" val="1532861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4B266-10A2-4560-AF64-EA92F2B0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Google Maps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ED2C4-9A38-415C-8F56-9154B4B1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BF512-923B-44E3-88C9-577278A3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AF5AB-B9AD-4C9D-B763-89F2D659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35375-DEC6-48D2-AE58-62CC1723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859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Embedded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34585-C377-4B0F-8776-C434E5E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955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Dark Google Maps styling and the TrafficLayer road overlay.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A3EE8-0993-44EC-9C36-18A3B198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9C342-F382-4A82-A2C1-F56B7058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14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Routes and congestion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2BDE8-0DCE-4037-BFE4-1BB4E697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1242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Google Routes supplies route geometry, distance, ETA and traffic intervals.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DEA05-B9AF-4D7A-8F02-232073BA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719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35DE0-42B3-45AA-9A54-C4358E5D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433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Credentials 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4E4A1-8ECB-4E5A-BE19-0E70CC7E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Maps JavaScript and Routes API keys require a billing-enabled Cloud project.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6BD4C-0A42-435A-8050-E2BBCE16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62670-F946-4B78-B495-D460A9BE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720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Current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B3E2B-2306-4060-9D4A-DAE64642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816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An external Google Maps directions link works without embedded credentials.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4A0A4-BFFA-467A-BAF3-DCCE9D4F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8293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835F"/>
                </a:solidFill>
                <a:latin typeface="Arial"/>
                <a:ea typeface="Arial"/>
                <a:cs typeface="Arial"/>
              </a:rPr>
              <a:t>Driver GPS and traffic-light countdown feeds are not connected.</a:t>
            </a:r>
          </a:p>
        </p:txBody>
      </p:sp>
    </p:spTree>
    <p:extLst>
      <p:ext uri="{BB962C8B-B14F-4D97-AF65-F5344CB8AC3E}">
        <p14:creationId xmlns:p14="http://schemas.microsoft.com/office/powerpoint/2010/main" val="2121408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CDE40-614F-4EC3-90DF-6FFE00E3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Validation and 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1F8FB-8047-4238-905A-4D230424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55A68-41E3-479C-B8E0-EC6FD35E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CBCFD-E4E4-4F9B-9D5B-6D6C1E06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17 Python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E409E-EFE5-4256-9E70-3BC4AF0B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5238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Matching and shared fares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Recurring plans and capacity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Cancellation, progress and ratings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Hosted visitor isolation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Location migration and map parsing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DE9E2-3C92-4BC0-81E2-64BF33B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Next integrations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D1309-1E10-4104-A579-302FD76E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5048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Authenticated users and shared storage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Driver acceptance and live GPS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Independent identity checks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Payments and emergency dispatch</a:t>
            </a:r>
          </a:p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Google provider checks with real keys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68FD5-3F63-4493-AEFB-71EE0D4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483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Existing driver schedules are examples. Hosted plans belong to the visitor’s browser.</a:t>
            </a:r>
          </a:p>
        </p:txBody>
      </p:sp>
    </p:spTree>
    <p:extLst>
      <p:ext uri="{BB962C8B-B14F-4D97-AF65-F5344CB8AC3E}">
        <p14:creationId xmlns:p14="http://schemas.microsoft.com/office/powerpoint/2010/main" val="505149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D6AA5-FFDE-49AC-B550-1C71E252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8C64F-A42C-449E-B2E2-3132E16F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noProof="1" dirty="0" err="0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noProof="1" dirty="0" err="0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 noProof="1" dirty="0" err="0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87B94-6C73-4176-8D98-50DE3FFC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noProof="1" dirty="0" err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noProof="1" dirty="0" err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 noProof="1" dirty="0" err="0">
                <a:solidFill>
                  <a:srgbClr val="53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2B8C7-73A1-4AAA-99A8-DB6A00B2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 noProof="1" dirty="0" err="0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 noProof="1" dirty="0" err="0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400" b="1" noProof="1" dirty="0" err="0">
                <a:solidFill>
                  <a:srgbClr val="14835F"/>
                </a:solidFill>
                <a:latin typeface="Arial"/>
                <a:ea typeface="Arial"/>
                <a:cs typeface="Arial"/>
              </a:rPr>
              <a:t>Six-member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35B2E-93AC-4CDF-8AE9-54D4BAF1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4857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Tanmay Daga</a:t>
            </a:r>
          </a:p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tanmay-daga</a:t>
            </a:r>
          </a:p>
          <a:p xmlns:a="http://schemas.openxmlformats.org/drawingml/2006/main">
            <a:r>
              <a:rPr noProof="1" dirty="0" err="0"/>
              <a:t/>
            </a:r>
          </a:p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Dibakar Das</a:t>
            </a:r>
          </a:p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dibakar704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E244D-4D76-47BB-BA71-F86D41A8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048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Suryansh Singh</a:t>
            </a:r>
          </a:p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rsuryansh9026</a:t>
            </a:r>
          </a:p>
          <a:p xmlns:a="http://schemas.openxmlformats.org/drawingml/2006/main">
            <a:r>
              <a:rPr noProof="1" dirty="0" err="0"/>
              <a:t/>
            </a:r>
          </a:p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Aarav Choudhary</a:t>
            </a:r>
          </a:p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aaravchoudhary018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AB9F7-C120-479A-B6BB-3F7851AB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Aman Verma   (Aman-verma-crypto)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E4244-65BC-423C-87BD-D6CDB194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Avishkar Arvind Rathod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8182E-0845-4DFB-AB6A-D76DB118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100" b="0" noProof="1" dirty="0" err="0">
                <a:solidFill>
                  <a:srgbClr val="08243D"/>
                </a:solidFill>
                <a:latin typeface="Arial"/>
                <a:ea typeface="Arial"/>
                <a:cs typeface="Arial"/>
              </a:rPr>
              <a:t>ayurathod4207-cyber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C8E16-5C17-4D47-8002-098BFB22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noProof="1" dirty="0" err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noProof="1" dirty="0" err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725" b="0" noProof="1" dirty="0" err="0">
                <a:solidFill>
                  <a:srgbClr val="536675"/>
                </a:solidFill>
                <a:latin typeface="Arial"/>
                <a:ea typeface="Arial"/>
                <a:cs typeface="Arial"/>
              </a:rPr>
              <a:t>Individual contributions await team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4555075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1EBDC-A474-4B81-946C-CDAEE759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243D"/>
                </a:solidFill>
                <a:latin typeface="Arial"/>
                <a:ea typeface="Arial"/>
                <a:cs typeface="Arial"/>
              </a:rPr>
              <a:t>Project access and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689CB-7B4C-43B7-B203-4C0E068B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RideX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AB53D-0C31-4B39-87B6-70BE2977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519E7-02F5-4ABC-AE15-E4C10AB9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Public GitHub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6CD0E-08AE-4550-9216-692E91EE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https://github.com/aaravchoudhary018/FireTech-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7BFD0-9E35-4A05-B3F1-496E2B2D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835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835F"/>
                </a:solidFill>
                <a:latin typeface="Arial"/>
                <a:ea typeface="Arial"/>
                <a:cs typeface="Arial"/>
              </a:rPr>
              <a:t>Live 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51DB1-F2BF-4AFA-8DE8-C2653CFF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82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8243D"/>
                </a:solidFill>
                <a:latin typeface="Arial"/>
                <a:ea typeface="Arial"/>
                <a:cs typeface="Arial"/>
              </a:rPr>
              <a:t>https://firetech-murex.vercel.app/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FAA78-A2FC-4678-921E-C3FC110A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Each member must submit a public repository on their own account.</a:t>
            </a:r>
          </a:p>
          <a:p xmlns:a="http://schemas.openxmlformats.org/drawingml/2006/main">
            <a:pPr>
              <a:defRPr sz="195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Confirm whether the event accepts forks before choosing that approach.</a:t>
            </a:r>
          </a:p>
        </p:txBody>
      </p:sp>
    </p:spTree>
    <p:extLst>
      <p:ext uri="{BB962C8B-B14F-4D97-AF65-F5344CB8AC3E}">
        <p14:creationId xmlns:p14="http://schemas.microsoft.com/office/powerpoint/2010/main" val="1324358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2026-10-09T22:19:00.9180000Z</dcterms:created>
  <dcterms:modified xsi:type="dcterms:W3CDTF">2026-10-09T22:19:00.9180000Z</dcterms:modified>
</coreProperties>
</file>