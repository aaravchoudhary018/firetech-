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9d6a589063b4e1e" /><Relationship Type="http://schemas.openxmlformats.org/officeDocument/2006/relationships/extended-properties" Target="/docProps/app.xml" Id="R7dc689df9e6b4ca9" /><Relationship Type="http://schemas.openxmlformats.org/officeDocument/2006/relationships/officeDocument" Target="/ppt/presentation.xml" Id="Rb05d0dce61334ed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1922a03094e4c90"/>
  </p:sldMasterIdLst>
  <p:notesMasterIdLst>
    <p:notesMasterId xmlns:r="http://schemas.openxmlformats.org/officeDocument/2006/relationships" r:id="R085a8376e0384cf2"/>
  </p:notesMasterIdLst>
  <p:sldIdLst>
    <p:sldId xmlns:r="http://schemas.openxmlformats.org/officeDocument/2006/relationships" id="256" r:id="R2912cbec8e5f4983"/>
    <p:sldId xmlns:r="http://schemas.openxmlformats.org/officeDocument/2006/relationships" id="257" r:id="R8ba2ceb6d6a74b0d"/>
    <p:sldId xmlns:r="http://schemas.openxmlformats.org/officeDocument/2006/relationships" id="258" r:id="R381d7167e00a45b7"/>
    <p:sldId xmlns:r="http://schemas.openxmlformats.org/officeDocument/2006/relationships" id="259" r:id="R190b1969cf5b45da"/>
    <p:sldId xmlns:r="http://schemas.openxmlformats.org/officeDocument/2006/relationships" id="260" r:id="R940d3dece590414c"/>
    <p:sldId xmlns:r="http://schemas.openxmlformats.org/officeDocument/2006/relationships" id="261" r:id="R4e09dbab97814487"/>
    <p:sldId xmlns:r="http://schemas.openxmlformats.org/officeDocument/2006/relationships" id="262" r:id="R6b9500f00f9f462e"/>
    <p:sldId xmlns:r="http://schemas.openxmlformats.org/officeDocument/2006/relationships" id="263" r:id="Rcafa3c5cdc9a470f"/>
    <p:sldId xmlns:r="http://schemas.openxmlformats.org/officeDocument/2006/relationships" id="264" r:id="R771288c76b974072"/>
    <p:sldId xmlns:r="http://schemas.openxmlformats.org/officeDocument/2006/relationships" id="265" r:id="R8136e298544f480e"/>
    <p:sldId xmlns:r="http://schemas.openxmlformats.org/officeDocument/2006/relationships" id="266" r:id="R63844fba94e549db"/>
    <p:sldId xmlns:r="http://schemas.openxmlformats.org/officeDocument/2006/relationships" id="267" r:id="R566a64fa31634b1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6d6684f9bae4959" /><Relationship Type="http://schemas.openxmlformats.org/officeDocument/2006/relationships/slideMaster" Target="/ppt/slideMasters/slideMaster1.xml" Id="Rb1922a03094e4c90" /><Relationship Type="http://schemas.openxmlformats.org/officeDocument/2006/relationships/notesMaster" Target="/ppt/notesMasters/notesMaster1.xml" Id="R085a8376e0384cf2" /><Relationship Type="http://schemas.openxmlformats.org/officeDocument/2006/relationships/presProps" Target="/ppt/presProps.xml" Id="R9733086415624f23" /><Relationship Type="http://schemas.openxmlformats.org/officeDocument/2006/relationships/tableStyles" Target="/ppt/tableStyles.xml" Id="Rad6bd471925b4e1c" /><Relationship Type="http://schemas.openxmlformats.org/officeDocument/2006/relationships/slide" Target="/ppt/slides/slide1.xml" Id="R2912cbec8e5f4983" /><Relationship Type="http://schemas.openxmlformats.org/officeDocument/2006/relationships/slide" Target="/ppt/slides/slide2.xml" Id="R8ba2ceb6d6a74b0d" /><Relationship Type="http://schemas.openxmlformats.org/officeDocument/2006/relationships/slide" Target="/ppt/slides/slide3.xml" Id="R381d7167e00a45b7" /><Relationship Type="http://schemas.openxmlformats.org/officeDocument/2006/relationships/slide" Target="/ppt/slides/slide4.xml" Id="R190b1969cf5b45da" /><Relationship Type="http://schemas.openxmlformats.org/officeDocument/2006/relationships/slide" Target="/ppt/slides/slide5.xml" Id="R940d3dece590414c" /><Relationship Type="http://schemas.openxmlformats.org/officeDocument/2006/relationships/slide" Target="/ppt/slides/slide6.xml" Id="R4e09dbab97814487" /><Relationship Type="http://schemas.openxmlformats.org/officeDocument/2006/relationships/slide" Target="/ppt/slides/slide7.xml" Id="R6b9500f00f9f462e" /><Relationship Type="http://schemas.openxmlformats.org/officeDocument/2006/relationships/slide" Target="/ppt/slides/slide8.xml" Id="Rcafa3c5cdc9a470f" /><Relationship Type="http://schemas.openxmlformats.org/officeDocument/2006/relationships/slide" Target="/ppt/slides/slide9.xml" Id="R771288c76b974072" /><Relationship Type="http://schemas.openxmlformats.org/officeDocument/2006/relationships/slide" Target="/ppt/slides/slide10.xml" Id="R8136e298544f480e" /><Relationship Type="http://schemas.openxmlformats.org/officeDocument/2006/relationships/slide" Target="/ppt/slides/slide11.xml" Id="R63844fba94e549db" /><Relationship Type="http://schemas.openxmlformats.org/officeDocument/2006/relationships/slide" Target="/ppt/slides/slide12.xml" Id="R566a64fa31634b1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b261f29a54b43e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7d3dbe65d754be5" /><Relationship Type="http://schemas.openxmlformats.org/officeDocument/2006/relationships/notesMaster" Target="/ppt/notesMasters/notesMaster1.xml" Id="R69758dab28cd438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4240086272a4312" /><Relationship Type="http://schemas.openxmlformats.org/officeDocument/2006/relationships/notesMaster" Target="/ppt/notesMasters/notesMaster1.xml" Id="R4f9f5c6d710f4b3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6c02a49257548df" /><Relationship Type="http://schemas.openxmlformats.org/officeDocument/2006/relationships/notesMaster" Target="/ppt/notesMasters/notesMaster1.xml" Id="R6a147360117f40b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196bc9f503b4f27" /><Relationship Type="http://schemas.openxmlformats.org/officeDocument/2006/relationships/notesMaster" Target="/ppt/notesMasters/notesMaster1.xml" Id="Rbc7a5fb3a66e431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9fd26e21dfb4b96" /><Relationship Type="http://schemas.openxmlformats.org/officeDocument/2006/relationships/notesMaster" Target="/ppt/notesMasters/notesMaster1.xml" Id="Rc53f40ff29bc44c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0a7b3945dda4ef1" /><Relationship Type="http://schemas.openxmlformats.org/officeDocument/2006/relationships/notesMaster" Target="/ppt/notesMasters/notesMaster1.xml" Id="R600e3c8fc21b4a7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ac7c10c38c84476" /><Relationship Type="http://schemas.openxmlformats.org/officeDocument/2006/relationships/notesMaster" Target="/ppt/notesMasters/notesMaster1.xml" Id="Rfa35b4434f1e43a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6b50923e9054eaa" /><Relationship Type="http://schemas.openxmlformats.org/officeDocument/2006/relationships/notesMaster" Target="/ppt/notesMasters/notesMaster1.xml" Id="R1a1d85a50ede408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1808e541a204837" /><Relationship Type="http://schemas.openxmlformats.org/officeDocument/2006/relationships/notesMaster" Target="/ppt/notesMasters/notesMaster1.xml" Id="Rf09187e12a294f2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504b65059d14760" /><Relationship Type="http://schemas.openxmlformats.org/officeDocument/2006/relationships/notesMaster" Target="/ppt/notesMasters/notesMaster1.xml" Id="R2025c338903f4b6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9303117b2a545fd" /><Relationship Type="http://schemas.openxmlformats.org/officeDocument/2006/relationships/notesMaster" Target="/ppt/notesMasters/notesMaster1.xml" Id="Rcc3316e24e6f4cb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be3f063101f41d8" /><Relationship Type="http://schemas.openxmlformats.org/officeDocument/2006/relationships/notesMaster" Target="/ppt/notesMasters/notesMaster1.xml" Id="R4fd43ecb1d494d1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Ideathon submission. Current scope is a personal commute planner with example schedules.</a:t>
            </a:r>
          </a:p>
          <a:p xmlns:a="http://schemas.openxmlformats.org/drawingml/2006/main">
            <a:r>
              <a:t>Source: RideX source code and README, https://github.com/aaravchoudhary018/FireTech-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RideX source code and README, https://github.com/aaravchoudhary018/FireTech-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RideX source code and README, https://github.com/aaravchoudhary018/FireTech-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RideX source code and README, https://github.com/aaravchoudhary018/FireTech-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catalog contains real locations. Graph travel distances are estimates. Whitefield and Pattanagere lie outside the central core.</a:t>
            </a:r>
          </a:p>
          <a:p xmlns:a="http://schemas.openxmlformats.org/drawingml/2006/main">
            <a:r>
              <a:t>Source: RideX source code and README, https://github.com/aaravchoudhary018/FireTech-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RideX source code and README, https://github.com/aaravchoudhary018/FireTech-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 from the live RideX site. Profile photos remain browser-local. Photo capture does not verify identity. SOS does not dispatch an alert.</a:t>
            </a:r>
          </a:p>
          <a:p xmlns:a="http://schemas.openxmlformats.org/drawingml/2006/main">
            <a:r>
              <a:t>Source: RideX source code and README, https://github.com/aaravchoudhary018/FireTech-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RideX source code and README, https://github.com/aaravchoudhary018/FireTech-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RideX source code and README, https://github.com/aaravchoudhary018/FireTech-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RideX source code and README, https://github.com/aaravchoudhary018/FireTech-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RideX source code and README, https://github.com/aaravchoudhary018/FireTech-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RideX source code and README, https://github.com/aaravchoudhary018/FireTech-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593c24766c442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d532c25a8c4e2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33db0da4a94c0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9ed54969824a6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9cf4a05f61464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74b6d841504d1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D542507-4297-4D66-94B5-65116E5CDD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D0737CE-CEB6-492A-A5DD-F92931D9F49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DD65E26-34C5-4B64-8C00-37B574CD35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667DB08-6C5B-4E9E-B6C5-0D76936E90A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57EE2B7-A0F3-4E65-9B41-4D2BEC2061E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9981B43-9406-4D80-B23E-B98DAAF5B61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FACFB5E-7297-484B-87C8-075F628C9EE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0A3778A-DB3C-4B0E-A3E0-60B20FE2026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B8AB94D-3270-4A11-B49C-EAF07E86A2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6784503-5A00-4C16-BC5A-DD016543241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b81c182e70249f2" /><Relationship Type="http://schemas.openxmlformats.org/officeDocument/2006/relationships/slideLayout" Target="/ppt/slideLayouts/slideLayout1.xml" Id="R46ea77d031bb4b7b" /><Relationship Type="http://schemas.openxmlformats.org/officeDocument/2006/relationships/slideLayout" Target="/ppt/slideLayouts/slideLayout2.xml" Id="R5e7b1d8d97c7430f" /><Relationship Type="http://schemas.openxmlformats.org/officeDocument/2006/relationships/slideLayout" Target="/ppt/slideLayouts/slideLayout3.xml" Id="Rbf7749aee38545cf" /><Relationship Type="http://schemas.openxmlformats.org/officeDocument/2006/relationships/slideLayout" Target="/ppt/slideLayouts/slideLayout4.xml" Id="R3e3fcdf6752d4fad" /><Relationship Type="http://schemas.openxmlformats.org/officeDocument/2006/relationships/slideLayout" Target="/ppt/slideLayouts/slideLayout5.xml" Id="Rdb4e9cc452d74b64" /><Relationship Type="http://schemas.openxmlformats.org/officeDocument/2006/relationships/slideLayout" Target="/ppt/slideLayouts/slideLayout6.xml" Id="Rb671d488003f479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6ea77d031bb4b7b"/>
    <p:sldLayoutId xmlns:r="http://schemas.openxmlformats.org/officeDocument/2006/relationships" id="2147483650" r:id="R5e7b1d8d97c7430f"/>
    <p:sldLayoutId xmlns:r="http://schemas.openxmlformats.org/officeDocument/2006/relationships" id="2147483651" r:id="Rbf7749aee38545cf"/>
    <p:sldLayoutId xmlns:r="http://schemas.openxmlformats.org/officeDocument/2006/relationships" id="2147483652" r:id="R3e3fcdf6752d4fad"/>
    <p:sldLayoutId xmlns:r="http://schemas.openxmlformats.org/officeDocument/2006/relationships" id="2147483653" r:id="Rdb4e9cc452d74b64"/>
    <p:sldLayoutId xmlns:r="http://schemas.openxmlformats.org/officeDocument/2006/relationships" id="2147483654" r:id="Rb671d488003f479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a21780db1d4786" /><Relationship Type="http://schemas.openxmlformats.org/officeDocument/2006/relationships/image" Target="/ppt/media/image.png" Id="Rf57a6e9582de4e1b" /><Relationship Type="http://schemas.openxmlformats.org/officeDocument/2006/relationships/notesSlide" Target="/ppt/notesSlides/notesSlide1.xml" Id="R63035c756cea405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72792cbcfe42d6" /><Relationship Type="http://schemas.openxmlformats.org/officeDocument/2006/relationships/notesSlide" Target="/ppt/notesSlides/notesSlide2.xml" Id="Rc5e4c7e269d84d6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b5ea86b1484637" /><Relationship Type="http://schemas.openxmlformats.org/officeDocument/2006/relationships/notesSlide" Target="/ppt/notesSlides/notesSlide3.xml" Id="Rbabe25e1a692420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34477a7723478f" /><Relationship Type="http://schemas.openxmlformats.org/officeDocument/2006/relationships/notesSlide" Target="/ppt/notesSlides/notesSlide4.xml" Id="Reb3fa49891c244b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ecae5199b7d4371" /><Relationship Type="http://schemas.openxmlformats.org/officeDocument/2006/relationships/notesSlide" Target="/ppt/notesSlides/notesSlide5.xml" Id="Rfabcab74177f4ba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15c97e534f64507" /><Relationship Type="http://schemas.openxmlformats.org/officeDocument/2006/relationships/notesSlide" Target="/ppt/notesSlides/notesSlide6.xml" Id="Rfe5f8e4c9d8b431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59a6ce0fbc4f9e" /><Relationship Type="http://schemas.openxmlformats.org/officeDocument/2006/relationships/image" Target="/ppt/media/image.jpeg" Id="Rc64babe2d50f4cf8" /><Relationship Type="http://schemas.openxmlformats.org/officeDocument/2006/relationships/notesSlide" Target="/ppt/notesSlides/notesSlide7.xml" Id="R333766652ffb4cc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546077b3004dfe" /><Relationship Type="http://schemas.openxmlformats.org/officeDocument/2006/relationships/notesSlide" Target="/ppt/notesSlides/notesSlide8.xml" Id="R911d58066b0b48c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7a20253545439e" /><Relationship Type="http://schemas.openxmlformats.org/officeDocument/2006/relationships/notesSlide" Target="/ppt/notesSlides/notesSlide9.xml" Id="Re63a510d9b08458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e7af42e7146416d" /><Relationship Type="http://schemas.openxmlformats.org/officeDocument/2006/relationships/notesSlide" Target="/ppt/notesSlides/notesSlide10.xml" Id="R962be7625b8e47c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b35e67fc7424b17" /><Relationship Type="http://schemas.openxmlformats.org/officeDocument/2006/relationships/notesSlide" Target="/ppt/notesSlides/notesSlide11.xml" Id="R0d44e7a2ceb74d0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c99f83fe564def" /><Relationship Type="http://schemas.openxmlformats.org/officeDocument/2006/relationships/notesSlide" Target="/ppt/notesSlides/notesSlide12.xml" Id="R87d2f886825c478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BAA5E2-AFDF-43F9-A75D-90889EA7A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RideX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D939D5-0B0C-46EA-8517-B3919DFAD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RideX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D4C862-CA3D-4179-9B58-07EB1CB0D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D91A33-4F0B-4E67-BF20-B22CFA7E2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6191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05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05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Carpooling that fits</a:t>
            </a:r>
          </a:p>
          <a:p xmlns:a="http://schemas.openxmlformats.org/drawingml/2006/main">
            <a:pPr>
              <a:defRPr sz="405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your everyday commute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45980D-2ADE-412A-9154-50080D536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76700"/>
            <a:ext cx="5619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Bengaluru carpooling platform</a:t>
            </a:r>
          </a:p>
          <a:p xmlns:a="http://schemas.openxmlformats.org/drawingml/2006/main">
            <a:pPr>
              <a:defRPr sz="21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Ideathon project presentation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307F09-CB37-4EAB-8D01-37CDDE1633F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7a6e9582de4e1b"/>
          <a:stretch xmlns:a="http://schemas.openxmlformats.org/drawingml/2006/main"/>
        </p:blipFill>
        <p:spPr>
          <a:xfrm xmlns:a="http://schemas.openxmlformats.org/drawingml/2006/main">
            <a:off x="7239000" y="2222500"/>
            <a:ext cx="4191000" cy="279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867014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6EE3E5-5D88-4EDD-833B-952C8953E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Why commuters need a better match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4A1F50-425D-43B4-BD0C-8AB195FBA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RideX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D4DFF0-39AA-4978-B251-6AC35EAB2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34DE0C-CAC2-4F96-A2CE-C6512795C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145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8661DD-6DFB-4EA7-AE40-4E02904DF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16859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Route coordination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D1FAAB-A4FC-4275-91CA-26D9B4B20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0955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Two people may share a road without sharing a usable pickup point.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0B62F4-2D4E-4EF9-9565-77F651C8A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432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43173F-7CC0-406B-A44C-50DC91B3C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7146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Timing and routine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F4CDDC-A4C0-4B9B-AB25-B1DE066DE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1242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Daily commutes need compatible departure windows and weekdays.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56DE31-37EC-4F3E-A4FE-83B96156F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719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2F744D-DF40-4570-BA25-9186F832F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7433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Fair cost sharing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B4C329-8CD9-446C-B3C6-6EB3B244A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1529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Each passenger should contribute for the distance they share.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6ED7FD-0FA2-4B54-9294-D6A0A2844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006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22FDA9-1636-4D22-862C-9997313DB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7720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Trust before the trip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FEB91B-431D-458C-AAE4-EE893C9CF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1816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Clear identity status and user-controlled safety tools matter.</a:t>
            </a:r>
          </a:p>
        </p:txBody>
      </p:sp>
    </p:spTree>
    <p:extLst>
      <p:ext uri="{BB962C8B-B14F-4D97-AF65-F5344CB8AC3E}">
        <p14:creationId xmlns:p14="http://schemas.microsoft.com/office/powerpoint/2010/main" val="24966825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F6A661-DD53-47C9-A105-5DC6736A1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The RideX approach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393BEB-FB4A-4E48-B349-B65BF2597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RideX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45EEB9-27C9-4D6B-9B21-268A45FA9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0C07BC-E637-4D72-A81E-39E089B57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145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45FA65-C888-4902-9C67-6E880A189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16859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Match the shared journey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310A0C-2C79-4FDC-9088-84335AFF1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0955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Rank eligible schedules by route overlap and compatible timing.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F056D4-C256-4176-B8BD-C80014F69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432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A2371F-394A-4855-AECB-ACD0F4EC0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7146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Support recurring commutes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A9D794-730A-4512-925E-15F711CDA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1242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Save a single trip or plan journeys across selected weekdays.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3E8E9D-02DB-49E7-989E-C3064E45A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719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725CA0-B8F8-47F6-85D2-BBF09CEBA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7433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Explain the fare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68E166-D771-4BEA-A960-654F359E9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1529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Split each shared segment among the people onboard.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2A5AE0-7402-42FB-98DC-50A87B253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006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CCD64D-8BDA-4D05-8C59-6708F6359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7720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Make safety visible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04F191-737F-4049-B941-F0F11EFFC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1816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Show verification status, women-only preferences and SOS tools.</a:t>
            </a:r>
          </a:p>
        </p:txBody>
      </p:sp>
    </p:spTree>
    <p:extLst>
      <p:ext uri="{BB962C8B-B14F-4D97-AF65-F5344CB8AC3E}">
        <p14:creationId xmlns:p14="http://schemas.microsoft.com/office/powerpoint/2010/main" val="183440035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896139-6DC4-4E1B-B574-269AAD32F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The commuter experience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6A71AD-2D28-4859-A717-8E732890D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RideX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56F078-FD65-4893-883C-BC18CA009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CFB205-3D85-4008-8C7F-5B6101C4A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145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E8C071-4473-481E-890B-0ABA3E200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16859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Choose a journey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4082FA-70E5-4966-867E-611AB774E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0955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Select pickup, destination, date, time and flexibility.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330C37-6081-40CC-96BE-2CDDB615D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432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6A875F-A41A-4149-8E63-1D3F85182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7146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Find matching schedules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A8042F-5148-42E6-B1F2-D4EEE770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1242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See loading feedback, ranked results and the fare estimate.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C1F466-A8CB-4CF2-B70C-65D991EE1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719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3E6334-96B3-439A-88E4-8E9E2CD30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7433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Save a personal plan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9ADFCF-27F2-461A-AFB8-1A22C8D5C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1529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Review a trip or recurring series in My trips.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AA62A4-D917-4B85-9A26-BDE21B918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006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234034-5EC8-4CA9-944D-6E5C2740C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7720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Manage the journey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A09B8A-225E-4FB0-AC5B-28E1DFF98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1816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Cancel plans, enter progress or leave a completed-trip rating.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607054-39DD-4555-BD56-C13FD0CD9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838825"/>
            <a:ext cx="952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4835F"/>
                </a:solidFill>
                <a:latin typeface="Arial"/>
                <a:ea typeface="Arial"/>
                <a:cs typeface="Arial"/>
              </a:rPr>
              <a:t>Current saves do not contact a driver or reserve a real seat.</a:t>
            </a:r>
          </a:p>
        </p:txBody>
      </p:sp>
    </p:spTree>
    <p:extLst>
      <p:ext uri="{BB962C8B-B14F-4D97-AF65-F5344CB8AC3E}">
        <p14:creationId xmlns:p14="http://schemas.microsoft.com/office/powerpoint/2010/main" val="145530711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EBCB23-4296-48E8-B3A2-F52C58D6F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Bengaluru location coverage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FA8A71-5B38-403B-B85D-EFE105A6A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RideX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D381FB-843A-4C4E-9E4F-9880335DC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0BF4D4-2D6F-4CD5-BD26-9C508CC8E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7162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10 real pickup and destination options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D54B63-7E60-41D9-91C8-4A8E529C7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428875"/>
            <a:ext cx="5238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Indiranagar Metro Station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Whitefield (Kadugodi) Metro Station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Cubbon Park Metro Station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UB City, Vittal Mallya Road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Pattanagere Metro Station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F1279B-D7DC-40D8-A5D1-572F8D8F9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428875"/>
            <a:ext cx="5095875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Majestic Metro Station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Jayanagar Metro Station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Koramangala, 80 Feet Road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Domlur Bus Stand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MG Road Metro Station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F64EF5-8764-4E36-B3B6-820D9C8F7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43575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Passengers must agree on an exact, safe meeting point.</a:t>
            </a:r>
          </a:p>
        </p:txBody>
      </p:sp>
    </p:spTree>
    <p:extLst>
      <p:ext uri="{BB962C8B-B14F-4D97-AF65-F5344CB8AC3E}">
        <p14:creationId xmlns:p14="http://schemas.microsoft.com/office/powerpoint/2010/main" val="41737018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94BB7B-7A71-4059-9F59-CAF39CF2D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Matching and distance-based fares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1AAC41-D587-4880-863E-CA20B1285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RideX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63F3D6-3F83-4DEC-8BCE-98AD0467E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CA64A0-E36E-490A-9AC4-0203475C7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85925"/>
            <a:ext cx="485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Matching rules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F1DD00-E3D8-4F2C-BC30-F0CCFF592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419350"/>
            <a:ext cx="48577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Pickup and drop-off follow the driver’s route order.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Weekdays, departure windows and seats must match.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Preferences filter eligible schedules.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E322EE-CC3A-4183-84AD-86AD74F41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68592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Fare calculation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53A5E1-29DE-4252-8E85-CD454F15E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19350"/>
            <a:ext cx="49530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Each graph segment has a distance and vehicle cost.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The driver and passengers onboard share that segment.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The total uses integer paise to control rounding.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0427A4-0BE2-4535-8351-D483DA4F9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838825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Fares use the planning graph. Google road distances do not yet update the estimate.</a:t>
            </a:r>
          </a:p>
        </p:txBody>
      </p:sp>
    </p:spTree>
    <p:extLst>
      <p:ext uri="{BB962C8B-B14F-4D97-AF65-F5344CB8AC3E}">
        <p14:creationId xmlns:p14="http://schemas.microsoft.com/office/powerpoint/2010/main" val="43515998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72E88E-6EF6-4D9D-8517-4EF5DC62D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Trust and safety tools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A32B1B-0AD9-4935-B813-E7FE93FA2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RideX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86F147-7CD8-459C-B389-26FB84F9F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8595A7-025C-42D8-8C24-50C3BA90F6C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4babe2d50f4cf8"/>
          <a:stretch xmlns:a="http://schemas.openxmlformats.org/drawingml/2006/main"/>
        </p:blipFill>
        <p:spPr>
          <a:xfrm xmlns:a="http://schemas.openxmlformats.org/drawingml/2006/main">
            <a:off x="621242" y="1571625"/>
            <a:ext cx="7044267" cy="39624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23DD13-DC0C-4625-A9C5-4C80E3AE7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66875"/>
            <a:ext cx="3381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Camera capture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7D61C3-7BAF-4A4E-A861-88A228A2A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43125"/>
            <a:ext cx="33813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Users choose when to add or remove their profile photo.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6C1C98-00DC-4934-BFC2-5BF6ECD76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343275"/>
            <a:ext cx="3381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Emergency contact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554B2C-F725-4DE9-8673-F17C13DAF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829050"/>
            <a:ext cx="338137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Saved contact, call links and optional location copying.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3CAD40-0203-44B7-93C9-2806188C2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24525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Independent identity verification remains an integration requirement.</a:t>
            </a:r>
          </a:p>
        </p:txBody>
      </p:sp>
    </p:spTree>
    <p:extLst>
      <p:ext uri="{BB962C8B-B14F-4D97-AF65-F5344CB8AC3E}">
        <p14:creationId xmlns:p14="http://schemas.microsoft.com/office/powerpoint/2010/main" val="206668030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809330-AADF-47C0-8A19-FE5965381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Application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0CD7B5-D9FF-423C-8841-DD6AFD619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RideX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70B415-E698-4DE3-BD55-F48DEEA9D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90D8E0-8402-4556-AF03-3E9692A76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145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078251-32BF-499B-AC69-E9FAAF73C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16859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Web interface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8507DF-6C51-4DC2-81AF-3F70403B5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0955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HTML, CSS and JavaScript for search, plans, profile and safety tools.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F9F051-0E9B-462B-A793-29F6D3F3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432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F4176E-DC57-402F-92DE-648CC9E9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7146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Journey dashboard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596091-C39E-490B-80E0-C916D91EA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1242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React 19 and Tailwind CSS 4, compiled with Vite 7.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2CAFB5-7ACA-465D-A4C8-FF9EDB29B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719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36D89E-0ED5-4D3A-9CA6-1B141DCB1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7433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Python services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0BD402-EB37-4617-AF9C-17810CEE5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1529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Matching, fare rules, request validation and Google Routes proxy.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2E17B7-D178-4842-948F-504DFE3E9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006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C44CE4-038C-4ED4-83DB-F4F120598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7720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Planning storage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83E04B-929D-46CA-934D-4429CDF9D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1816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SQLite locally. Vercel uses isolated requests and a browser-owned snapshot.</a:t>
            </a:r>
          </a:p>
        </p:txBody>
      </p:sp>
    </p:spTree>
    <p:extLst>
      <p:ext uri="{BB962C8B-B14F-4D97-AF65-F5344CB8AC3E}">
        <p14:creationId xmlns:p14="http://schemas.microsoft.com/office/powerpoint/2010/main" val="98553233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CC59D0-58B0-48D8-A45C-28369BC10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Google Maps integration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595929-5C6F-444F-B3D6-3EBFBA360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RideX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B6FA14-A825-43ED-9B85-AE30022DE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840185-3E5B-425A-AD30-D1A50BF23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145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56EDCE-E3EB-4723-BB32-6AB2AFDE2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16859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Embedded map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B726B8-6251-4434-8997-D57A01779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0955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Dark Google Maps styling and the TrafficLayer road overlay.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ACD29F-9BE6-482C-A924-6E8B0F731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432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65E0F8-A59E-468E-A94F-51044D748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7146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Routes and congestion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CECB8C-A4A5-410A-B92F-15B1A6986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1242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Google Routes supplies route geometry, distance, ETA and traffic intervals.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A32F16-1A69-4C86-89D9-C2C12AD7D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719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DDD18A-07AC-4CB5-96B9-57A1F7A9B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7433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Credentials pending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9E0AF9-36FD-4433-AA3B-5E7FF7980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1529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Maps JavaScript and Routes API keys require a billing-enabled Cloud project.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0900B1-82B8-4E3F-8C8E-C48626CEF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006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B984FF-00AD-406F-A36C-0C1AC7C4C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7720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Current fallback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2F6D94-06DA-47C9-8C6D-628305FAB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1816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An external Google Maps directions link works without embedded credentials.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F2153B-F71E-40C4-9B6A-267198C69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829300"/>
            <a:ext cx="952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4835F"/>
                </a:solidFill>
                <a:latin typeface="Arial"/>
                <a:ea typeface="Arial"/>
                <a:cs typeface="Arial"/>
              </a:rPr>
              <a:t>Driver GPS and traffic-light countdown feeds are not connected.</a:t>
            </a:r>
          </a:p>
        </p:txBody>
      </p:sp>
    </p:spTree>
    <p:extLst>
      <p:ext uri="{BB962C8B-B14F-4D97-AF65-F5344CB8AC3E}">
        <p14:creationId xmlns:p14="http://schemas.microsoft.com/office/powerpoint/2010/main" val="80049173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9FB4C9-F791-4090-B82D-AC105735D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Validation and current scope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165DB1-D8C1-4ABF-9713-CDDF0F0E7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RideX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7ACE1E-6E5B-4E2D-90C2-E26304CF2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6121FA-11D8-4F11-A317-52FA5EA03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66875"/>
            <a:ext cx="5334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17 Python tests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0AA4E6-3EB4-40E2-B385-6A90B8DA1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762250"/>
            <a:ext cx="5238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Matching and shared fares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Recurring plans and capacity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Cancellation, progress and ratings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Hosted visitor isolation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Location migration and map parsing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580D5B-773F-4358-B57B-D7FEB2691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14500"/>
            <a:ext cx="5048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Next integrations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1052A5-0A44-4F8A-B67D-659154906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62250"/>
            <a:ext cx="50482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Authenticated users and shared storage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Driver acceptance and live GPS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Independent identity checks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Payments and emergency dispatch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Google provider checks with real keys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FBC245-A461-46C0-8BC0-E95D4810D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84835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Existing driver schedules are examples. Hosted plans belong to the visitor’s browser.</a:t>
            </a:r>
          </a:p>
        </p:txBody>
      </p:sp>
    </p:spTree>
    <p:extLst>
      <p:ext uri="{BB962C8B-B14F-4D97-AF65-F5344CB8AC3E}">
        <p14:creationId xmlns:p14="http://schemas.microsoft.com/office/powerpoint/2010/main" val="186541438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CDF07E-B300-4A9C-886E-319D0C57D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Team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F83624-9425-4279-91A6-8A474BEDA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RideX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C38CAA-4AFD-4E44-931F-0274CE063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6DEE8B-0706-4FF3-8DB4-D4657245A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71625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Six-member team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8E4BC0-ABCF-4B44-A2C1-F56919C07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476500"/>
            <a:ext cx="4857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Tanmay Daga</a:t>
            </a:r>
          </a:p>
          <a:p xmlns:a="http://schemas.openxmlformats.org/drawingml/2006/main">
            <a:pPr>
              <a:defRPr sz="2100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tanmay-daga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Dibakar Das</a:t>
            </a:r>
          </a:p>
          <a:p xmlns:a="http://schemas.openxmlformats.org/drawingml/2006/main">
            <a:pPr>
              <a:defRPr sz="2100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dibakar704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875F73-D8CF-4186-8BA2-032F03D6D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76500"/>
            <a:ext cx="50482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Suryansh Singh</a:t>
            </a:r>
          </a:p>
          <a:p xmlns:a="http://schemas.openxmlformats.org/drawingml/2006/main">
            <a:pPr>
              <a:defRPr sz="2100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rsuryansh9026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Aarav Choudhary</a:t>
            </a:r>
          </a:p>
          <a:p xmlns:a="http://schemas.openxmlformats.org/drawingml/2006/main">
            <a:pPr>
              <a:defRPr sz="2100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aaravchoudhary018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3EEABB-9E29-4F89-A466-EEBE837BC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810250"/>
            <a:ext cx="1085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Two member names and individual contributions await team confirmation.</a:t>
            </a:r>
          </a:p>
        </p:txBody>
      </p:sp>
    </p:spTree>
    <p:extLst>
      <p:ext uri="{BB962C8B-B14F-4D97-AF65-F5344CB8AC3E}">
        <p14:creationId xmlns:p14="http://schemas.microsoft.com/office/powerpoint/2010/main" val="147751992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00E698-8833-442E-B21D-8DF906B57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Project access and submission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380FFF-EA89-4121-B50F-C81097ED8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RideX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FBF5C7-F873-40C2-883F-6AF265541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37CB70-2C30-4B1B-B2D9-15CDA4F8D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097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Public GitHub repository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9B34C1-F3F8-4882-A60F-6BD08D837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428875"/>
            <a:ext cx="1076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https://github.com/aaravchoudhary018/FireTech-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45ECB4-2A9A-4037-91FA-52099D5A6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381375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Live application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4EDCA8-233B-4039-9694-68069817D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00500"/>
            <a:ext cx="1076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https://firetech-murex.vercel.app/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1D7B5B-A1DB-4AED-B67F-BCFB50578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95875"/>
            <a:ext cx="1076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Each member must submit a public repository on their own account.</a:t>
            </a:r>
          </a:p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Confirm whether the event accepts forks before choosing that approach.</a:t>
            </a:r>
          </a:p>
        </p:txBody>
      </p:sp>
    </p:spTree>
    <p:extLst>
      <p:ext uri="{BB962C8B-B14F-4D97-AF65-F5344CB8AC3E}">
        <p14:creationId xmlns:p14="http://schemas.microsoft.com/office/powerpoint/2010/main" val="4280786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2026-10-09T22:09:13.9080000Z</dcterms:created>
  <dcterms:modified xsi:type="dcterms:W3CDTF">2026-10-09T22:09:13.9080000Z</dcterms:modified>
</coreProperties>
</file>